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7"/>
  </p:notesMasterIdLst>
  <p:sldIdLst>
    <p:sldId id="904" r:id="rId3"/>
    <p:sldId id="707" r:id="rId4"/>
    <p:sldId id="257" r:id="rId5"/>
    <p:sldId id="258" r:id="rId6"/>
    <p:sldId id="905" r:id="rId7"/>
    <p:sldId id="906" r:id="rId8"/>
    <p:sldId id="907" r:id="rId9"/>
    <p:sldId id="259" r:id="rId10"/>
    <p:sldId id="908" r:id="rId11"/>
    <p:sldId id="909" r:id="rId12"/>
    <p:sldId id="910" r:id="rId13"/>
    <p:sldId id="911" r:id="rId14"/>
    <p:sldId id="260" r:id="rId15"/>
    <p:sldId id="91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08BF94-BF2E-4D83-9B02-EE0586FC7B95}" v="5" dt="2026-09-24T06:25:56.1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1" d="100"/>
          <a:sy n="91" d="100"/>
        </p:scale>
        <p:origin x="50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 GIRIDHAR" userId="b3389028c9f914ee" providerId="LiveId" clId="{8CF250E8-AE0F-44BB-8FB6-FE419F5DD7CC}"/>
    <pc:docChg chg="undo redo custSel modSld">
      <pc:chgData name="R GIRIDHAR" userId="b3389028c9f914ee" providerId="LiveId" clId="{8CF250E8-AE0F-44BB-8FB6-FE419F5DD7CC}" dt="2026-09-22T15:40:18.967" v="46" actId="404"/>
      <pc:docMkLst>
        <pc:docMk/>
      </pc:docMkLst>
      <pc:sldChg chg="modSp mod">
        <pc:chgData name="R GIRIDHAR" userId="b3389028c9f914ee" providerId="LiveId" clId="{8CF250E8-AE0F-44BB-8FB6-FE419F5DD7CC}" dt="2026-09-22T15:35:55.994" v="26" actId="113"/>
        <pc:sldMkLst>
          <pc:docMk/>
          <pc:sldMk cId="1843937772" sldId="257"/>
        </pc:sldMkLst>
        <pc:spChg chg="mod">
          <ac:chgData name="R GIRIDHAR" userId="b3389028c9f914ee" providerId="LiveId" clId="{8CF250E8-AE0F-44BB-8FB6-FE419F5DD7CC}" dt="2026-09-22T15:25:17.449" v="0" actId="2711"/>
          <ac:spMkLst>
            <pc:docMk/>
            <pc:sldMk cId="1843937772" sldId="257"/>
            <ac:spMk id="2" creationId="{D122E8B8-54AE-F861-D576-B62C19A557BC}"/>
          </ac:spMkLst>
        </pc:spChg>
        <pc:spChg chg="mod">
          <ac:chgData name="R GIRIDHAR" userId="b3389028c9f914ee" providerId="LiveId" clId="{8CF250E8-AE0F-44BB-8FB6-FE419F5DD7CC}" dt="2026-09-22T15:25:17.449" v="0" actId="2711"/>
          <ac:spMkLst>
            <pc:docMk/>
            <pc:sldMk cId="1843937772" sldId="257"/>
            <ac:spMk id="5" creationId="{51A32B0F-0291-0E9C-225A-EAFA44B13EE7}"/>
          </ac:spMkLst>
        </pc:spChg>
        <pc:spChg chg="mod">
          <ac:chgData name="R GIRIDHAR" userId="b3389028c9f914ee" providerId="LiveId" clId="{8CF250E8-AE0F-44BB-8FB6-FE419F5DD7CC}" dt="2026-09-22T15:25:17.449" v="0" actId="2711"/>
          <ac:spMkLst>
            <pc:docMk/>
            <pc:sldMk cId="1843937772" sldId="257"/>
            <ac:spMk id="6" creationId="{247450DC-5C76-3221-3705-A7713237DE4A}"/>
          </ac:spMkLst>
        </pc:spChg>
        <pc:spChg chg="mod">
          <ac:chgData name="R GIRIDHAR" userId="b3389028c9f914ee" providerId="LiveId" clId="{8CF250E8-AE0F-44BB-8FB6-FE419F5DD7CC}" dt="2026-09-22T15:25:17.449" v="0" actId="2711"/>
          <ac:spMkLst>
            <pc:docMk/>
            <pc:sldMk cId="1843937772" sldId="257"/>
            <ac:spMk id="8" creationId="{3CB58DBC-97DD-CAE2-6032-D8BF2561F46C}"/>
          </ac:spMkLst>
        </pc:spChg>
        <pc:spChg chg="mod">
          <ac:chgData name="R GIRIDHAR" userId="b3389028c9f914ee" providerId="LiveId" clId="{8CF250E8-AE0F-44BB-8FB6-FE419F5DD7CC}" dt="2026-09-22T15:35:55.994" v="26" actId="113"/>
          <ac:spMkLst>
            <pc:docMk/>
            <pc:sldMk cId="1843937772" sldId="257"/>
            <ac:spMk id="9" creationId="{A0E2971C-E3AD-C50E-D8A9-53D42E4114C5}"/>
          </ac:spMkLst>
        </pc:spChg>
        <pc:spChg chg="mod">
          <ac:chgData name="R GIRIDHAR" userId="b3389028c9f914ee" providerId="LiveId" clId="{8CF250E8-AE0F-44BB-8FB6-FE419F5DD7CC}" dt="2026-09-22T15:35:55.994" v="26" actId="113"/>
          <ac:spMkLst>
            <pc:docMk/>
            <pc:sldMk cId="1843937772" sldId="257"/>
            <ac:spMk id="13" creationId="{29EE4090-EF36-DFBB-CF96-A53A4C238E14}"/>
          </ac:spMkLst>
        </pc:spChg>
        <pc:spChg chg="mod">
          <ac:chgData name="R GIRIDHAR" userId="b3389028c9f914ee" providerId="LiveId" clId="{8CF250E8-AE0F-44BB-8FB6-FE419F5DD7CC}" dt="2026-09-22T15:35:55.994" v="26" actId="113"/>
          <ac:spMkLst>
            <pc:docMk/>
            <pc:sldMk cId="1843937772" sldId="257"/>
            <ac:spMk id="15" creationId="{BB35E1DD-EF5E-E110-56A2-0005FA34CA33}"/>
          </ac:spMkLst>
        </pc:spChg>
        <pc:spChg chg="mod">
          <ac:chgData name="R GIRIDHAR" userId="b3389028c9f914ee" providerId="LiveId" clId="{8CF250E8-AE0F-44BB-8FB6-FE419F5DD7CC}" dt="2026-09-22T15:35:55.994" v="26" actId="113"/>
          <ac:spMkLst>
            <pc:docMk/>
            <pc:sldMk cId="1843937772" sldId="257"/>
            <ac:spMk id="17" creationId="{7D61D6F6-3C57-5391-BCEF-3452500F2F30}"/>
          </ac:spMkLst>
        </pc:spChg>
        <pc:spChg chg="mod">
          <ac:chgData name="R GIRIDHAR" userId="b3389028c9f914ee" providerId="LiveId" clId="{8CF250E8-AE0F-44BB-8FB6-FE419F5DD7CC}" dt="2026-09-22T15:35:55.994" v="26" actId="113"/>
          <ac:spMkLst>
            <pc:docMk/>
            <pc:sldMk cId="1843937772" sldId="257"/>
            <ac:spMk id="19" creationId="{72ACF801-9F11-95D9-C225-73623F161ABB}"/>
          </ac:spMkLst>
        </pc:spChg>
        <pc:spChg chg="mod">
          <ac:chgData name="R GIRIDHAR" userId="b3389028c9f914ee" providerId="LiveId" clId="{8CF250E8-AE0F-44BB-8FB6-FE419F5DD7CC}" dt="2026-09-22T15:25:17.449" v="0" actId="2711"/>
          <ac:spMkLst>
            <pc:docMk/>
            <pc:sldMk cId="1843937772" sldId="257"/>
            <ac:spMk id="20" creationId="{65A0BC66-F400-0679-5A6C-B0FC7C196639}"/>
          </ac:spMkLst>
        </pc:spChg>
        <pc:spChg chg="mod">
          <ac:chgData name="R GIRIDHAR" userId="b3389028c9f914ee" providerId="LiveId" clId="{8CF250E8-AE0F-44BB-8FB6-FE419F5DD7CC}" dt="2026-09-22T15:35:55.994" v="26" actId="113"/>
          <ac:spMkLst>
            <pc:docMk/>
            <pc:sldMk cId="1843937772" sldId="257"/>
            <ac:spMk id="21" creationId="{6030ABE8-CC40-F883-95FD-A0C7FB018ACE}"/>
          </ac:spMkLst>
        </pc:spChg>
        <pc:spChg chg="mod">
          <ac:chgData name="R GIRIDHAR" userId="b3389028c9f914ee" providerId="LiveId" clId="{8CF250E8-AE0F-44BB-8FB6-FE419F5DD7CC}" dt="2026-09-22T15:35:55.994" v="26" actId="113"/>
          <ac:spMkLst>
            <pc:docMk/>
            <pc:sldMk cId="1843937772" sldId="257"/>
            <ac:spMk id="23" creationId="{B9D74BEC-E5C3-CD34-1242-2AB5985594FC}"/>
          </ac:spMkLst>
        </pc:spChg>
        <pc:spChg chg="mod">
          <ac:chgData name="R GIRIDHAR" userId="b3389028c9f914ee" providerId="LiveId" clId="{8CF250E8-AE0F-44BB-8FB6-FE419F5DD7CC}" dt="2026-09-22T15:25:17.449" v="0" actId="2711"/>
          <ac:spMkLst>
            <pc:docMk/>
            <pc:sldMk cId="1843937772" sldId="257"/>
            <ac:spMk id="28" creationId="{8E16EDFE-8B62-B0F0-5AD6-52BCFF29A619}"/>
          </ac:spMkLst>
        </pc:spChg>
      </pc:sldChg>
      <pc:sldChg chg="modSp mod">
        <pc:chgData name="R GIRIDHAR" userId="b3389028c9f914ee" providerId="LiveId" clId="{8CF250E8-AE0F-44BB-8FB6-FE419F5DD7CC}" dt="2026-09-22T15:27:48.618" v="18" actId="404"/>
        <pc:sldMkLst>
          <pc:docMk/>
          <pc:sldMk cId="4118855268" sldId="260"/>
        </pc:sldMkLst>
        <pc:spChg chg="mod">
          <ac:chgData name="R GIRIDHAR" userId="b3389028c9f914ee" providerId="LiveId" clId="{8CF250E8-AE0F-44BB-8FB6-FE419F5DD7CC}" dt="2026-09-22T15:27:44.915" v="17" actId="2711"/>
          <ac:spMkLst>
            <pc:docMk/>
            <pc:sldMk cId="4118855268" sldId="260"/>
            <ac:spMk id="6" creationId="{1E7EC70D-1363-E80E-D957-B7196CB13ADE}"/>
          </ac:spMkLst>
        </pc:spChg>
        <pc:spChg chg="mod">
          <ac:chgData name="R GIRIDHAR" userId="b3389028c9f914ee" providerId="LiveId" clId="{8CF250E8-AE0F-44BB-8FB6-FE419F5DD7CC}" dt="2026-09-22T15:27:44.915" v="17" actId="2711"/>
          <ac:spMkLst>
            <pc:docMk/>
            <pc:sldMk cId="4118855268" sldId="260"/>
            <ac:spMk id="7" creationId="{8251C404-5E3A-5943-D47B-EDA9706D2992}"/>
          </ac:spMkLst>
        </pc:spChg>
        <pc:spChg chg="mod">
          <ac:chgData name="R GIRIDHAR" userId="b3389028c9f914ee" providerId="LiveId" clId="{8CF250E8-AE0F-44BB-8FB6-FE419F5DD7CC}" dt="2026-09-22T15:27:44.915" v="17" actId="2711"/>
          <ac:spMkLst>
            <pc:docMk/>
            <pc:sldMk cId="4118855268" sldId="260"/>
            <ac:spMk id="10" creationId="{16A34A4D-7561-DA10-E748-B0C92D76FBDD}"/>
          </ac:spMkLst>
        </pc:spChg>
        <pc:spChg chg="mod">
          <ac:chgData name="R GIRIDHAR" userId="b3389028c9f914ee" providerId="LiveId" clId="{8CF250E8-AE0F-44BB-8FB6-FE419F5DD7CC}" dt="2026-09-22T15:27:48.618" v="18" actId="404"/>
          <ac:spMkLst>
            <pc:docMk/>
            <pc:sldMk cId="4118855268" sldId="260"/>
            <ac:spMk id="12" creationId="{F7E67FA0-FA5E-087B-13F6-730566070425}"/>
          </ac:spMkLst>
        </pc:spChg>
        <pc:spChg chg="mod">
          <ac:chgData name="R GIRIDHAR" userId="b3389028c9f914ee" providerId="LiveId" clId="{8CF250E8-AE0F-44BB-8FB6-FE419F5DD7CC}" dt="2026-09-22T15:27:44.915" v="17" actId="2711"/>
          <ac:spMkLst>
            <pc:docMk/>
            <pc:sldMk cId="4118855268" sldId="260"/>
            <ac:spMk id="14" creationId="{673C1777-4308-6470-9A09-B1B2ABC84649}"/>
          </ac:spMkLst>
        </pc:spChg>
        <pc:spChg chg="mod">
          <ac:chgData name="R GIRIDHAR" userId="b3389028c9f914ee" providerId="LiveId" clId="{8CF250E8-AE0F-44BB-8FB6-FE419F5DD7CC}" dt="2026-09-22T15:27:44.915" v="17" actId="2711"/>
          <ac:spMkLst>
            <pc:docMk/>
            <pc:sldMk cId="4118855268" sldId="260"/>
            <ac:spMk id="18" creationId="{68680EC1-0D83-4B40-266C-C5ED36C944B1}"/>
          </ac:spMkLst>
        </pc:spChg>
        <pc:spChg chg="mod">
          <ac:chgData name="R GIRIDHAR" userId="b3389028c9f914ee" providerId="LiveId" clId="{8CF250E8-AE0F-44BB-8FB6-FE419F5DD7CC}" dt="2026-09-22T15:27:44.915" v="17" actId="2711"/>
          <ac:spMkLst>
            <pc:docMk/>
            <pc:sldMk cId="4118855268" sldId="260"/>
            <ac:spMk id="20" creationId="{485C6EA1-02E5-3B41-D976-97C286C30329}"/>
          </ac:spMkLst>
        </pc:spChg>
        <pc:spChg chg="mod">
          <ac:chgData name="R GIRIDHAR" userId="b3389028c9f914ee" providerId="LiveId" clId="{8CF250E8-AE0F-44BB-8FB6-FE419F5DD7CC}" dt="2026-09-22T15:27:44.915" v="17" actId="2711"/>
          <ac:spMkLst>
            <pc:docMk/>
            <pc:sldMk cId="4118855268" sldId="260"/>
            <ac:spMk id="40" creationId="{EA2DF740-A4DF-6CC6-794E-DC69037AE7BF}"/>
          </ac:spMkLst>
        </pc:spChg>
        <pc:spChg chg="mod">
          <ac:chgData name="R GIRIDHAR" userId="b3389028c9f914ee" providerId="LiveId" clId="{8CF250E8-AE0F-44BB-8FB6-FE419F5DD7CC}" dt="2026-09-22T15:27:44.915" v="17" actId="2711"/>
          <ac:spMkLst>
            <pc:docMk/>
            <pc:sldMk cId="4118855268" sldId="260"/>
            <ac:spMk id="42" creationId="{59B0973A-6172-F8C8-E594-C25AE39CC897}"/>
          </ac:spMkLst>
        </pc:spChg>
        <pc:spChg chg="mod">
          <ac:chgData name="R GIRIDHAR" userId="b3389028c9f914ee" providerId="LiveId" clId="{8CF250E8-AE0F-44BB-8FB6-FE419F5DD7CC}" dt="2026-09-22T15:27:44.915" v="17" actId="2711"/>
          <ac:spMkLst>
            <pc:docMk/>
            <pc:sldMk cId="4118855268" sldId="260"/>
            <ac:spMk id="61" creationId="{E9F96DE8-0447-F44A-573F-C2D8D39F5857}"/>
          </ac:spMkLst>
        </pc:spChg>
        <pc:spChg chg="mod">
          <ac:chgData name="R GIRIDHAR" userId="b3389028c9f914ee" providerId="LiveId" clId="{8CF250E8-AE0F-44BB-8FB6-FE419F5DD7CC}" dt="2026-09-22T15:27:44.915" v="17" actId="2711"/>
          <ac:spMkLst>
            <pc:docMk/>
            <pc:sldMk cId="4118855268" sldId="260"/>
            <ac:spMk id="67" creationId="{8EB3C59E-21DC-6FBB-1D60-E1DD189EB6B9}"/>
          </ac:spMkLst>
        </pc:spChg>
      </pc:sldChg>
      <pc:sldChg chg="modSp mod">
        <pc:chgData name="R GIRIDHAR" userId="b3389028c9f914ee" providerId="LiveId" clId="{8CF250E8-AE0F-44BB-8FB6-FE419F5DD7CC}" dt="2026-09-22T15:40:18.967" v="46" actId="404"/>
        <pc:sldMkLst>
          <pc:docMk/>
          <pc:sldMk cId="456876379" sldId="904"/>
        </pc:sldMkLst>
        <pc:grpChg chg="mod">
          <ac:chgData name="R GIRIDHAR" userId="b3389028c9f914ee" providerId="LiveId" clId="{8CF250E8-AE0F-44BB-8FB6-FE419F5DD7CC}" dt="2026-09-22T15:38:42.346" v="30" actId="1076"/>
          <ac:grpSpMkLst>
            <pc:docMk/>
            <pc:sldMk cId="456876379" sldId="904"/>
            <ac:grpSpMk id="21" creationId="{B5A8CA37-C090-A9D8-75D0-A7A7D5DEBE24}"/>
          </ac:grpSpMkLst>
        </pc:grpChg>
        <pc:graphicFrameChg chg="mod modGraphic">
          <ac:chgData name="R GIRIDHAR" userId="b3389028c9f914ee" providerId="LiveId" clId="{8CF250E8-AE0F-44BB-8FB6-FE419F5DD7CC}" dt="2026-09-22T15:40:18.967" v="46" actId="404"/>
          <ac:graphicFrameMkLst>
            <pc:docMk/>
            <pc:sldMk cId="456876379" sldId="904"/>
            <ac:graphicFrameMk id="18" creationId="{BD22BC4D-4857-7D81-7819-37B7BB426420}"/>
          </ac:graphicFrameMkLst>
        </pc:graphicFrameChg>
      </pc:sldChg>
      <pc:sldChg chg="modSp mod">
        <pc:chgData name="R GIRIDHAR" userId="b3389028c9f914ee" providerId="LiveId" clId="{8CF250E8-AE0F-44BB-8FB6-FE419F5DD7CC}" dt="2026-09-22T15:27:39.746" v="16" actId="2711"/>
        <pc:sldMkLst>
          <pc:docMk/>
          <pc:sldMk cId="1710145194" sldId="911"/>
        </pc:sldMkLst>
        <pc:spChg chg="mod">
          <ac:chgData name="R GIRIDHAR" userId="b3389028c9f914ee" providerId="LiveId" clId="{8CF250E8-AE0F-44BB-8FB6-FE419F5DD7CC}" dt="2026-09-22T15:27:39.746" v="16" actId="2711"/>
          <ac:spMkLst>
            <pc:docMk/>
            <pc:sldMk cId="1710145194" sldId="911"/>
            <ac:spMk id="6" creationId="{0E7E1E94-D77E-C52D-7AA2-DD864B3B5D59}"/>
          </ac:spMkLst>
        </pc:spChg>
        <pc:spChg chg="mod">
          <ac:chgData name="R GIRIDHAR" userId="b3389028c9f914ee" providerId="LiveId" clId="{8CF250E8-AE0F-44BB-8FB6-FE419F5DD7CC}" dt="2026-09-22T15:27:39.746" v="16" actId="2711"/>
          <ac:spMkLst>
            <pc:docMk/>
            <pc:sldMk cId="1710145194" sldId="911"/>
            <ac:spMk id="8" creationId="{3FEC8A72-02C9-003D-6FD0-F215F26AE835}"/>
          </ac:spMkLst>
        </pc:spChg>
        <pc:spChg chg="mod">
          <ac:chgData name="R GIRIDHAR" userId="b3389028c9f914ee" providerId="LiveId" clId="{8CF250E8-AE0F-44BB-8FB6-FE419F5DD7CC}" dt="2026-09-22T15:27:39.746" v="16" actId="2711"/>
          <ac:spMkLst>
            <pc:docMk/>
            <pc:sldMk cId="1710145194" sldId="911"/>
            <ac:spMk id="10" creationId="{44DC9BAA-A486-0688-B390-CFA4101D7AB6}"/>
          </ac:spMkLst>
        </pc:spChg>
        <pc:spChg chg="mod">
          <ac:chgData name="R GIRIDHAR" userId="b3389028c9f914ee" providerId="LiveId" clId="{8CF250E8-AE0F-44BB-8FB6-FE419F5DD7CC}" dt="2026-09-22T15:27:39.746" v="16" actId="2711"/>
          <ac:spMkLst>
            <pc:docMk/>
            <pc:sldMk cId="1710145194" sldId="911"/>
            <ac:spMk id="11" creationId="{610779E5-5D2B-B314-07FC-876097C6CCDF}"/>
          </ac:spMkLst>
        </pc:spChg>
        <pc:spChg chg="mod">
          <ac:chgData name="R GIRIDHAR" userId="b3389028c9f914ee" providerId="LiveId" clId="{8CF250E8-AE0F-44BB-8FB6-FE419F5DD7CC}" dt="2026-09-22T15:27:39.746" v="16" actId="2711"/>
          <ac:spMkLst>
            <pc:docMk/>
            <pc:sldMk cId="1710145194" sldId="911"/>
            <ac:spMk id="12" creationId="{139E0AAE-8210-208F-3960-BC66FE025475}"/>
          </ac:spMkLst>
        </pc:spChg>
        <pc:spChg chg="mod">
          <ac:chgData name="R GIRIDHAR" userId="b3389028c9f914ee" providerId="LiveId" clId="{8CF250E8-AE0F-44BB-8FB6-FE419F5DD7CC}" dt="2026-09-22T15:27:39.746" v="16" actId="2711"/>
          <ac:spMkLst>
            <pc:docMk/>
            <pc:sldMk cId="1710145194" sldId="911"/>
            <ac:spMk id="22" creationId="{AB37768A-C957-F77E-9B08-9F6FBA5F264C}"/>
          </ac:spMkLst>
        </pc:spChg>
        <pc:spChg chg="mod">
          <ac:chgData name="R GIRIDHAR" userId="b3389028c9f914ee" providerId="LiveId" clId="{8CF250E8-AE0F-44BB-8FB6-FE419F5DD7CC}" dt="2026-09-22T15:27:39.746" v="16" actId="2711"/>
          <ac:spMkLst>
            <pc:docMk/>
            <pc:sldMk cId="1710145194" sldId="911"/>
            <ac:spMk id="38" creationId="{550F307F-E288-E6AA-6F32-066DF9727CEE}"/>
          </ac:spMkLst>
        </pc:spChg>
        <pc:spChg chg="mod">
          <ac:chgData name="R GIRIDHAR" userId="b3389028c9f914ee" providerId="LiveId" clId="{8CF250E8-AE0F-44BB-8FB6-FE419F5DD7CC}" dt="2026-09-22T15:27:39.746" v="16" actId="2711"/>
          <ac:spMkLst>
            <pc:docMk/>
            <pc:sldMk cId="1710145194" sldId="911"/>
            <ac:spMk id="42" creationId="{6B5E090A-6E37-9BC2-D47B-2E41F98D9A57}"/>
          </ac:spMkLst>
        </pc:spChg>
        <pc:spChg chg="mod">
          <ac:chgData name="R GIRIDHAR" userId="b3389028c9f914ee" providerId="LiveId" clId="{8CF250E8-AE0F-44BB-8FB6-FE419F5DD7CC}" dt="2026-09-22T15:27:39.746" v="16" actId="2711"/>
          <ac:spMkLst>
            <pc:docMk/>
            <pc:sldMk cId="1710145194" sldId="911"/>
            <ac:spMk id="48" creationId="{7E010B41-D9F5-56E4-879A-9629DD0DDD24}"/>
          </ac:spMkLst>
        </pc:spChg>
        <pc:spChg chg="mod">
          <ac:chgData name="R GIRIDHAR" userId="b3389028c9f914ee" providerId="LiveId" clId="{8CF250E8-AE0F-44BB-8FB6-FE419F5DD7CC}" dt="2026-09-22T15:27:39.746" v="16" actId="2711"/>
          <ac:spMkLst>
            <pc:docMk/>
            <pc:sldMk cId="1710145194" sldId="911"/>
            <ac:spMk id="52" creationId="{829C272E-D6FE-01BC-4B5B-150DA802325C}"/>
          </ac:spMkLst>
        </pc:spChg>
      </pc:sldChg>
    </pc:docChg>
  </pc:docChgLst>
  <pc:docChgLst>
    <pc:chgData name="Hema Latha" userId="e393053325ab93ba" providerId="LiveId" clId="{3F5A7FF8-A53E-486D-8BE5-DD8A4615871B}"/>
    <pc:docChg chg="undo custSel modSld">
      <pc:chgData name="Hema Latha" userId="e393053325ab93ba" providerId="LiveId" clId="{3F5A7FF8-A53E-486D-8BE5-DD8A4615871B}" dt="2026-09-24T06:26:29.927" v="27" actId="1076"/>
      <pc:docMkLst>
        <pc:docMk/>
      </pc:docMkLst>
      <pc:sldChg chg="addSp delSp modSp mod">
        <pc:chgData name="Hema Latha" userId="e393053325ab93ba" providerId="LiveId" clId="{3F5A7FF8-A53E-486D-8BE5-DD8A4615871B}" dt="2026-09-24T06:26:29.927" v="27" actId="1076"/>
        <pc:sldMkLst>
          <pc:docMk/>
          <pc:sldMk cId="456876379" sldId="904"/>
        </pc:sldMkLst>
        <pc:spChg chg="add del mod">
          <ac:chgData name="Hema Latha" userId="e393053325ab93ba" providerId="LiveId" clId="{3F5A7FF8-A53E-486D-8BE5-DD8A4615871B}" dt="2026-09-24T06:26:04.187" v="22"/>
          <ac:spMkLst>
            <pc:docMk/>
            <pc:sldMk cId="456876379" sldId="904"/>
            <ac:spMk id="2" creationId="{44D5E2D6-553A-6740-FFFB-BAE24021390C}"/>
          </ac:spMkLst>
        </pc:spChg>
        <pc:spChg chg="mod">
          <ac:chgData name="Hema Latha" userId="e393053325ab93ba" providerId="LiveId" clId="{3F5A7FF8-A53E-486D-8BE5-DD8A4615871B}" dt="2026-09-24T06:26:07.904" v="23" actId="1076"/>
          <ac:spMkLst>
            <pc:docMk/>
            <pc:sldMk cId="456876379" sldId="904"/>
            <ac:spMk id="16" creationId="{500C0830-A1CA-96AE-68D2-18C57ABE4802}"/>
          </ac:spMkLst>
        </pc:spChg>
        <pc:spChg chg="mod">
          <ac:chgData name="Hema Latha" userId="e393053325ab93ba" providerId="LiveId" clId="{3F5A7FF8-A53E-486D-8BE5-DD8A4615871B}" dt="2026-09-24T06:26:29.927" v="27" actId="1076"/>
          <ac:spMkLst>
            <pc:docMk/>
            <pc:sldMk cId="456876379" sldId="904"/>
            <ac:spMk id="17" creationId="{D25BC1A0-FDE4-1557-375E-6E0BD69BC77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r>
              <a:rPr lang="en-US"/>
              <a:t>9/23/2026</a:t>
            </a:r>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r>
              <a:rPr lang="en-US"/>
              <a:t>LogiSphere Project Review-2</a:t>
            </a:r>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r>
              <a:rPr lang="en-US"/>
              <a:t>9/23/2026</a:t>
            </a:r>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r>
              <a:rPr lang="en-US"/>
              <a:t>LogiSphere Project Review-2</a:t>
            </a:r>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r>
              <a:rPr lang="en-US"/>
              <a:t>9/23/2026</a:t>
            </a:r>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r>
              <a:rPr lang="en-US"/>
              <a:t>LogiSphere Project Review-2</a:t>
            </a:r>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r>
              <a:rPr lang="en-US"/>
              <a:t>9/23/2026</a:t>
            </a:r>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r>
              <a:rPr lang="en-US"/>
              <a:t>LogiSphere Project Review-2</a:t>
            </a:r>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r>
              <a:rPr lang="en-US"/>
              <a:t>9/23/2026</a:t>
            </a:r>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r>
              <a:rPr lang="en-US"/>
              <a:t>LogiSphere Project Review-2</a:t>
            </a:r>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r>
              <a:rPr lang="en-US"/>
              <a:t>9/23/2026</a:t>
            </a:r>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r>
              <a:rPr lang="en-US"/>
              <a:t>LogiSphere Project Review-2</a:t>
            </a:r>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r>
              <a:rPr lang="en-US"/>
              <a:t>9/23/2026</a:t>
            </a:r>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r>
              <a:rPr lang="en-US"/>
              <a:t>LogiSphere Project Review-2</a:t>
            </a:r>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r>
              <a:rPr lang="en-US"/>
              <a:t>9/23/2026</a:t>
            </a:r>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r>
              <a:rPr lang="en-US"/>
              <a:t>LogiSphere Project Review-2</a:t>
            </a:r>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r>
              <a:rPr lang="en-US"/>
              <a:t>9/23/2026</a:t>
            </a:r>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r>
              <a:rPr lang="en-US"/>
              <a:t>LogiSphere Project Review-2</a:t>
            </a:r>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r>
              <a:rPr lang="en-US"/>
              <a:t>9/23/2026</a:t>
            </a:r>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r>
              <a:rPr lang="en-US"/>
              <a:t>LogiSphere Project Review-2</a:t>
            </a:r>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r>
              <a:rPr lang="en-US"/>
              <a:t>9/23/2026</a:t>
            </a:r>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r>
              <a:rPr lang="en-US"/>
              <a:t>LogiSphere Project Review-2</a:t>
            </a:r>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9/23/2026</a:t>
            </a:r>
            <a:endParaRPr lang="en-IN"/>
          </a:p>
        </p:txBody>
      </p:sp>
      <p:sp>
        <p:nvSpPr>
          <p:cNvPr id="5" name="Footer Placeholder 4"/>
          <p:cNvSpPr>
            <a:spLocks noGrp="1"/>
          </p:cNvSpPr>
          <p:nvPr>
            <p:ph type="ftr" sz="quarter" idx="11"/>
          </p:nvPr>
        </p:nvSpPr>
        <p:spPr/>
        <p:txBody>
          <a:bodyPr/>
          <a:lstStyle/>
          <a:p>
            <a:r>
              <a:rPr lang="en-IN"/>
              <a:t>LogiSphere Project Review-2</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9/23/2026</a:t>
            </a:r>
            <a:endParaRPr lang="en-IN"/>
          </a:p>
        </p:txBody>
      </p:sp>
      <p:sp>
        <p:nvSpPr>
          <p:cNvPr id="5" name="Footer Placeholder 4"/>
          <p:cNvSpPr>
            <a:spLocks noGrp="1"/>
          </p:cNvSpPr>
          <p:nvPr>
            <p:ph type="ftr" sz="quarter" idx="11"/>
          </p:nvPr>
        </p:nvSpPr>
        <p:spPr/>
        <p:txBody>
          <a:bodyPr/>
          <a:lstStyle/>
          <a:p>
            <a:r>
              <a:rPr lang="en-IN"/>
              <a:t>LogiSphere Project Review-2</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9/23/2026</a:t>
            </a:r>
            <a:endParaRPr lang="en-IN"/>
          </a:p>
        </p:txBody>
      </p:sp>
      <p:sp>
        <p:nvSpPr>
          <p:cNvPr id="5" name="Footer Placeholder 4"/>
          <p:cNvSpPr>
            <a:spLocks noGrp="1"/>
          </p:cNvSpPr>
          <p:nvPr>
            <p:ph type="ftr" sz="quarter" idx="11"/>
          </p:nvPr>
        </p:nvSpPr>
        <p:spPr/>
        <p:txBody>
          <a:bodyPr/>
          <a:lstStyle/>
          <a:p>
            <a:r>
              <a:rPr lang="en-IN"/>
              <a:t>LogiSphere Project Review-2</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9/23/2026</a:t>
            </a:r>
            <a:endParaRPr lang="en-IN"/>
          </a:p>
        </p:txBody>
      </p:sp>
      <p:sp>
        <p:nvSpPr>
          <p:cNvPr id="6" name="Footer Placeholder 5"/>
          <p:cNvSpPr>
            <a:spLocks noGrp="1"/>
          </p:cNvSpPr>
          <p:nvPr>
            <p:ph type="ftr" sz="quarter" idx="11"/>
          </p:nvPr>
        </p:nvSpPr>
        <p:spPr/>
        <p:txBody>
          <a:bodyPr/>
          <a:lstStyle/>
          <a:p>
            <a:r>
              <a:rPr lang="en-IN"/>
              <a:t>LogiSphere Project Review-2</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9/23/2026</a:t>
            </a:r>
            <a:endParaRPr lang="en-IN"/>
          </a:p>
        </p:txBody>
      </p:sp>
      <p:sp>
        <p:nvSpPr>
          <p:cNvPr id="8" name="Footer Placeholder 7"/>
          <p:cNvSpPr>
            <a:spLocks noGrp="1"/>
          </p:cNvSpPr>
          <p:nvPr>
            <p:ph type="ftr" sz="quarter" idx="11"/>
          </p:nvPr>
        </p:nvSpPr>
        <p:spPr/>
        <p:txBody>
          <a:bodyPr/>
          <a:lstStyle/>
          <a:p>
            <a:r>
              <a:rPr lang="en-IN"/>
              <a:t>LogiSphere Project Review-2</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9/23/2026</a:t>
            </a:r>
            <a:endParaRPr lang="en-IN"/>
          </a:p>
        </p:txBody>
      </p:sp>
      <p:sp>
        <p:nvSpPr>
          <p:cNvPr id="4" name="Footer Placeholder 3"/>
          <p:cNvSpPr>
            <a:spLocks noGrp="1"/>
          </p:cNvSpPr>
          <p:nvPr>
            <p:ph type="ftr" sz="quarter" idx="11"/>
          </p:nvPr>
        </p:nvSpPr>
        <p:spPr/>
        <p:txBody>
          <a:bodyPr/>
          <a:lstStyle/>
          <a:p>
            <a:r>
              <a:rPr lang="en-IN"/>
              <a:t>LogiSphere Project Review-2</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9/23/2026</a:t>
            </a:r>
            <a:endParaRPr lang="en-IN"/>
          </a:p>
        </p:txBody>
      </p:sp>
      <p:sp>
        <p:nvSpPr>
          <p:cNvPr id="3" name="Footer Placeholder 2"/>
          <p:cNvSpPr>
            <a:spLocks noGrp="1"/>
          </p:cNvSpPr>
          <p:nvPr>
            <p:ph type="ftr" sz="quarter" idx="11"/>
          </p:nvPr>
        </p:nvSpPr>
        <p:spPr/>
        <p:txBody>
          <a:bodyPr/>
          <a:lstStyle/>
          <a:p>
            <a:r>
              <a:rPr lang="en-IN"/>
              <a:t>LogiSphere Project Review-2</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9/23/2026</a:t>
            </a:r>
            <a:endParaRPr lang="en-IN"/>
          </a:p>
        </p:txBody>
      </p:sp>
      <p:sp>
        <p:nvSpPr>
          <p:cNvPr id="6" name="Footer Placeholder 5"/>
          <p:cNvSpPr>
            <a:spLocks noGrp="1"/>
          </p:cNvSpPr>
          <p:nvPr>
            <p:ph type="ftr" sz="quarter" idx="11"/>
          </p:nvPr>
        </p:nvSpPr>
        <p:spPr/>
        <p:txBody>
          <a:bodyPr/>
          <a:lstStyle/>
          <a:p>
            <a:r>
              <a:rPr lang="en-IN"/>
              <a:t>LogiSphere Project Review-2</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9/23/2026</a:t>
            </a:r>
            <a:endParaRPr lang="en-IN"/>
          </a:p>
        </p:txBody>
      </p:sp>
      <p:sp>
        <p:nvSpPr>
          <p:cNvPr id="6" name="Footer Placeholder 5"/>
          <p:cNvSpPr>
            <a:spLocks noGrp="1"/>
          </p:cNvSpPr>
          <p:nvPr>
            <p:ph type="ftr" sz="quarter" idx="11"/>
          </p:nvPr>
        </p:nvSpPr>
        <p:spPr/>
        <p:txBody>
          <a:bodyPr/>
          <a:lstStyle/>
          <a:p>
            <a:r>
              <a:rPr lang="en-IN"/>
              <a:t>LogiSphere Project Review-2</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9/23/2026</a:t>
            </a:r>
            <a:endParaRPr lang="en-IN"/>
          </a:p>
        </p:txBody>
      </p:sp>
      <p:sp>
        <p:nvSpPr>
          <p:cNvPr id="5" name="Footer Placeholder 4"/>
          <p:cNvSpPr>
            <a:spLocks noGrp="1"/>
          </p:cNvSpPr>
          <p:nvPr>
            <p:ph type="ftr" sz="quarter" idx="11"/>
          </p:nvPr>
        </p:nvSpPr>
        <p:spPr/>
        <p:txBody>
          <a:bodyPr/>
          <a:lstStyle/>
          <a:p>
            <a:r>
              <a:rPr lang="en-IN"/>
              <a:t>LogiSphere Project Review-2</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9/23/2026</a:t>
            </a:r>
            <a:endParaRPr lang="en-IN"/>
          </a:p>
        </p:txBody>
      </p:sp>
      <p:sp>
        <p:nvSpPr>
          <p:cNvPr id="5" name="Footer Placeholder 4"/>
          <p:cNvSpPr>
            <a:spLocks noGrp="1"/>
          </p:cNvSpPr>
          <p:nvPr>
            <p:ph type="ftr" sz="quarter" idx="11"/>
          </p:nvPr>
        </p:nvSpPr>
        <p:spPr/>
        <p:txBody>
          <a:bodyPr/>
          <a:lstStyle/>
          <a:p>
            <a:r>
              <a:rPr lang="en-IN"/>
              <a:t>LogiSphere Project Review-2</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9/23/2026</a:t>
            </a:r>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LogiSphere Project Review-2</a:t>
            </a:r>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9/23/2026</a:t>
            </a:r>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LogiSphere Project Review-2</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699143" y="3407582"/>
            <a:ext cx="6200774" cy="400110"/>
          </a:xfrm>
          <a:prstGeom prst="rect">
            <a:avLst/>
          </a:prstGeom>
          <a:noFill/>
          <a:effectLst>
            <a:glow rad="139700">
              <a:schemeClr val="accent2">
                <a:satMod val="175000"/>
                <a:alpha val="40000"/>
              </a:schemeClr>
            </a:glow>
          </a:effectLst>
        </p:spPr>
        <p:txBody>
          <a:bodyPr wrap="square">
            <a:spAutoFit/>
          </a:bodyPr>
          <a:lstStyle/>
          <a:p>
            <a:pPr algn="ctr"/>
            <a:r>
              <a:rPr lang="en-IN" sz="600" dirty="0">
                <a:latin typeface="Times New Roman" panose="02020603050405020304" pitchFamily="18" charset="0"/>
                <a:cs typeface="Times New Roman" panose="02020603050405020304" pitchFamily="18" charset="0"/>
              </a:rPr>
              <a:t>                </a:t>
            </a:r>
            <a:r>
              <a:rPr lang="en-IN" sz="2000" b="1" dirty="0">
                <a:solidFill>
                  <a:srgbClr val="FF0000"/>
                </a:solidFill>
                <a:latin typeface="Times New Roman" panose="02020603050405020304" pitchFamily="18" charset="0"/>
                <a:cs typeface="Times New Roman" panose="02020603050405020304" pitchFamily="18" charset="0"/>
              </a:rPr>
              <a:t>Date:</a:t>
            </a:r>
            <a:r>
              <a:rPr lang="en-US" sz="2000" b="1" dirty="0">
                <a:solidFill>
                  <a:srgbClr val="FF0000"/>
                </a:solidFill>
                <a:latin typeface="Times New Roman" panose="02020603050405020304" pitchFamily="18" charset="0"/>
                <a:cs typeface="Times New Roman" panose="02020603050405020304" pitchFamily="18" charset="0"/>
              </a:rPr>
              <a:t>9/23/2026</a:t>
            </a:r>
            <a:r>
              <a:rPr lang="en-IN" sz="2000" b="1" dirty="0">
                <a:solidFill>
                  <a:srgbClr val="FF0000"/>
                </a:solidFill>
                <a:latin typeface="Times New Roman" panose="02020603050405020304" pitchFamily="18" charset="0"/>
                <a:cs typeface="Times New Roman" panose="02020603050405020304" pitchFamily="18" charset="0"/>
              </a:rPr>
              <a:t> </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482752031"/>
              </p:ext>
            </p:extLst>
          </p:nvPr>
        </p:nvGraphicFramePr>
        <p:xfrm>
          <a:off x="8133822" y="4811429"/>
          <a:ext cx="3576396" cy="1613027"/>
        </p:xfrm>
        <a:graphic>
          <a:graphicData uri="http://schemas.openxmlformats.org/drawingml/2006/table">
            <a:tbl>
              <a:tblPr firstRow="1" bandRow="1">
                <a:tableStyleId>{5940675A-B579-460E-94D1-54222C63F5DA}</a:tableStyleId>
              </a:tblPr>
              <a:tblGrid>
                <a:gridCol w="3576396">
                  <a:extLst>
                    <a:ext uri="{9D8B030D-6E8A-4147-A177-3AD203B41FA5}">
                      <a16:colId xmlns:a16="http://schemas.microsoft.com/office/drawing/2014/main" val="40058472"/>
                    </a:ext>
                  </a:extLst>
                </a:gridCol>
              </a:tblGrid>
              <a:tr h="1544921">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IN" sz="1400" b="1" dirty="0">
                          <a:solidFill>
                            <a:srgbClr val="C00000"/>
                          </a:solidFill>
                          <a:latin typeface="Times New Roman" panose="02020603050405020304" pitchFamily="18" charset="0"/>
                          <a:cs typeface="Times New Roman" panose="02020603050405020304" pitchFamily="18" charset="0"/>
                        </a:rPr>
                        <a:t>Team Members</a:t>
                      </a:r>
                    </a:p>
                    <a:p>
                      <a:pPr marL="0" marR="0" lvl="0" indent="0" algn="l" defTabSz="914400" rtl="0" eaLnBrk="1" fontAlgn="auto" latinLnBrk="0" hangingPunct="1">
                        <a:lnSpc>
                          <a:spcPct val="15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B Hemalatha - 2420030698</a:t>
                      </a:r>
                    </a:p>
                    <a:p>
                      <a:pPr marL="0" marR="0" lvl="0" indent="0" algn="l" defTabSz="914400" rtl="0" eaLnBrk="1" fontAlgn="auto" latinLnBrk="0" hangingPunct="1">
                        <a:lnSpc>
                          <a:spcPct val="15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Bhagyalaxmi - 2420030700</a:t>
                      </a:r>
                      <a:endParaRPr lang="en-IN" sz="12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D Yashaswini - 2420030016</a:t>
                      </a:r>
                    </a:p>
                    <a:p>
                      <a:pPr marL="0" algn="l" defTabSz="914400" rtl="0" eaLnBrk="1" latinLnBrk="0" hangingPunct="1">
                        <a:lnSpc>
                          <a:spcPct val="150000"/>
                        </a:lnSpc>
                      </a:pPr>
                      <a:endParaRPr lang="en-IN" sz="12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55886"/>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latin typeface="Times New Roman" panose="02020603050405020304" pitchFamily="18" charset="0"/>
                <a:cs typeface="Times New Roman" panose="02020603050405020304" pitchFamily="18" charset="0"/>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nvGraphicFramePr>
        <p:xfrm>
          <a:off x="-795813" y="4774125"/>
          <a:ext cx="5902325" cy="13411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Patha Srilatha</a:t>
                      </a:r>
                    </a:p>
                    <a:p>
                      <a:pPr marL="0" indent="0" algn="l">
                        <a:lnSpc>
                          <a:spcPct val="100000"/>
                        </a:lnSpc>
                        <a:spcBef>
                          <a:spcPts val="200"/>
                        </a:spcBef>
                        <a:buSzPts val="810"/>
                        <a:buNone/>
                      </a:pPr>
                      <a:r>
                        <a:rPr lang="en-US" sz="1400" b="0" dirty="0">
                          <a:solidFill>
                            <a:schemeClr val="dk1"/>
                          </a:solidFill>
                          <a:latin typeface="Times New Roman" panose="02020603050405020304" pitchFamily="18" charset="0"/>
                          <a:ea typeface="Cambria"/>
                          <a:cs typeface="Times New Roman" panose="02020603050405020304" pitchFamily="18" charset="0"/>
                          <a:sym typeface="Cambria"/>
                        </a:rPr>
                        <a:t>Associate Professor</a:t>
                      </a:r>
                      <a:br>
                        <a:rPr lang="en-US" sz="1400" b="0" dirty="0">
                          <a:solidFill>
                            <a:schemeClr val="dk1"/>
                          </a:solidFill>
                          <a:latin typeface="Times New Roman" panose="02020603050405020304" pitchFamily="18" charset="0"/>
                          <a:ea typeface="Cambria"/>
                          <a:cs typeface="Times New Roman" panose="02020603050405020304" pitchFamily="18" charset="0"/>
                          <a:sym typeface="Cambria"/>
                        </a:rPr>
                      </a:br>
                      <a:r>
                        <a:rPr lang="en-US" sz="1400" b="0" dirty="0">
                          <a:solidFill>
                            <a:schemeClr val="dk1"/>
                          </a:solidFill>
                          <a:latin typeface="Times New Roman" panose="02020603050405020304" pitchFamily="18" charset="0"/>
                          <a:ea typeface="Cambria"/>
                          <a:cs typeface="Times New Roman" panose="02020603050405020304" pitchFamily="18" charset="0"/>
                          <a:sym typeface="Cambria"/>
                        </a:rPr>
                        <a:t>Department of CSE,</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latin typeface="Times New Roman" panose="02020603050405020304" pitchFamily="18" charset="0"/>
                <a:cs typeface="Times New Roman" panose="02020603050405020304" pitchFamily="18" charset="0"/>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latin typeface="Times New Roman" panose="02020603050405020304" pitchFamily="18" charset="0"/>
                <a:cs typeface="Times New Roman" panose="02020603050405020304" pitchFamily="18" charset="0"/>
              </a:rPr>
              <a:t>9/23/2026</a:t>
            </a:r>
            <a:endParaRPr lang="en-IN" b="1" dirty="0">
              <a:latin typeface="Times New Roman" panose="02020603050405020304" pitchFamily="18" charset="0"/>
              <a:cs typeface="Times New Roman" panose="02020603050405020304" pitchFamily="18" charset="0"/>
            </a:endParaRPr>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sz="1200"/>
              <a:t>LogiSphere Project Review-2</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latin typeface="Times New Roman" panose="02020603050405020304" pitchFamily="18" charset="0"/>
                <a:cs typeface="Times New Roman" panose="02020603050405020304" pitchFamily="18" charset="0"/>
              </a:rPr>
              <a:t>1</a:t>
            </a:fld>
            <a:endParaRPr lang="en-IN" dirty="0">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560509" y="967742"/>
            <a:ext cx="10715625" cy="430887"/>
          </a:xfrm>
          <a:prstGeom prst="rect">
            <a:avLst/>
          </a:prstGeom>
          <a:noFill/>
        </p:spPr>
        <p:txBody>
          <a:bodyPr wrap="square">
            <a:spAutoFit/>
          </a:bodyPr>
          <a:lstStyle/>
          <a:p>
            <a:pPr algn="ctr">
              <a:defRPr/>
            </a:pPr>
            <a:r>
              <a:rPr sz="2200" b="1" dirty="0" err="1">
                <a:solidFill>
                  <a:schemeClr val="bg1"/>
                </a:solidFill>
              </a:rPr>
              <a:t>LogiSphere</a:t>
            </a:r>
            <a:r>
              <a:rPr sz="2200" b="1" dirty="0">
                <a:solidFill>
                  <a:schemeClr val="bg1"/>
                </a:solidFill>
              </a:rPr>
              <a:t>: Cloud-Native Logistics and Supply Chain Management Platform</a:t>
            </a:r>
            <a:endParaRPr kumimoji="0" lang="en-US" sz="36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660516" y="2402366"/>
            <a:ext cx="10715625" cy="461665"/>
          </a:xfrm>
          <a:prstGeom prst="rect">
            <a:avLst/>
          </a:prstGeom>
          <a:noFill/>
        </p:spPr>
        <p:txBody>
          <a:bodyPr wrap="square">
            <a:spAutoFit/>
          </a:bodyPr>
          <a:lstStyle/>
          <a:p>
            <a:pPr lvl="0" algn="ctr">
              <a:defRPr/>
            </a:pPr>
            <a:r>
              <a:rPr lang="en-US" sz="2400" b="1" dirty="0">
                <a:latin typeface="Times New Roman" panose="02020603050405020304" pitchFamily="18" charset="0"/>
                <a:cs typeface="Times New Roman" panose="02020603050405020304" pitchFamily="18" charset="0"/>
              </a:rPr>
              <a:t>CNAD</a:t>
            </a:r>
            <a:r>
              <a:rPr sz="2400" b="1" dirty="0">
                <a:latin typeface="Times New Roman" panose="02020603050405020304" pitchFamily="18" charset="0"/>
                <a:cs typeface="Times New Roman" panose="02020603050405020304" pitchFamily="18" charset="0"/>
              </a:rPr>
              <a:t> Project Review-2</a:t>
            </a:r>
          </a:p>
        </p:txBody>
      </p:sp>
    </p:spTree>
    <p:extLst>
      <p:ext uri="{BB962C8B-B14F-4D97-AF65-F5344CB8AC3E}">
        <p14:creationId xmlns:p14="http://schemas.microsoft.com/office/powerpoint/2010/main" val="456876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cs typeface="Times New Roman" panose="02020603050405020304" pitchFamily="18" charset="0"/>
              </a:rPr>
              <a:t>9/23/2026</a:t>
            </a:r>
            <a:endParaRPr kumimoji="0" lang="en-IN"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sz="1200"/>
              <a:t>LogiSphere Project Review-2</a:t>
            </a:r>
            <a:endParaRPr kumimoji="0" lang="en-IN"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cs typeface="Times New Roman" panose="02020603050405020304" pitchFamily="18" charset="0"/>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369332"/>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sz="1800" dirty="0"/>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anose="02020603050405020304"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anose="02020603050405020304"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anose="02020603050405020304"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extLst>
              <p:ext uri="{D42A27DB-BD31-4B8C-83A1-F6EECF244321}">
                <p14:modId xmlns:p14="http://schemas.microsoft.com/office/powerpoint/2010/main" val="2126456041"/>
              </p:ext>
            </p:extLst>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
        <p:nvSpPr>
          <p:cNvPr id="11" name="Rectangle: Rounded Corners 10">
            <a:extLst>
              <a:ext uri="{FF2B5EF4-FFF2-40B4-BE49-F238E27FC236}">
                <a16:creationId xmlns:a16="http://schemas.microsoft.com/office/drawing/2014/main" id="{F42DAA40-75EB-BDB3-88CA-80A1B29BA892}"/>
              </a:ext>
            </a:extLst>
          </p:cNvPr>
          <p:cNvSpPr/>
          <p:nvPr/>
        </p:nvSpPr>
        <p:spPr>
          <a:xfrm>
            <a:off x="3832647" y="287310"/>
            <a:ext cx="410512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Outline of Project</a:t>
            </a:r>
            <a:endPar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D122E8B8-54AE-F861-D576-B62C19A557BC}"/>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9/23/2026</a:t>
            </a:r>
          </a:p>
        </p:txBody>
      </p:sp>
      <p:sp>
        <p:nvSpPr>
          <p:cNvPr id="4" name="Footer Placeholder 3">
            <a:extLst>
              <a:ext uri="{FF2B5EF4-FFF2-40B4-BE49-F238E27FC236}">
                <a16:creationId xmlns:a16="http://schemas.microsoft.com/office/drawing/2014/main" id="{903DF040-570B-E40C-28DD-48ACF4776D20}"/>
              </a:ext>
            </a:extLst>
          </p:cNvPr>
          <p:cNvSpPr>
            <a:spLocks noGrp="1"/>
          </p:cNvSpPr>
          <p:nvPr>
            <p:ph type="ftr" sz="quarter" idx="11"/>
          </p:nvPr>
        </p:nvSpPr>
        <p:spPr/>
        <p:txBody>
          <a:bodyPr/>
          <a:lstStyle/>
          <a:p>
            <a:r>
              <a:rPr sz="1200"/>
              <a:t>LogiSphere Project Review-2</a:t>
            </a:r>
          </a:p>
        </p:txBody>
      </p:sp>
      <p:sp>
        <p:nvSpPr>
          <p:cNvPr id="6" name="Slide Number Placeholder 5">
            <a:extLst>
              <a:ext uri="{FF2B5EF4-FFF2-40B4-BE49-F238E27FC236}">
                <a16:creationId xmlns:a16="http://schemas.microsoft.com/office/drawing/2014/main" id="{247450DC-5C76-3221-3705-A7713237DE4A}"/>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3CB58DBC-97DD-CAE2-6032-D8BF2561F46C}"/>
              </a:ext>
            </a:extLst>
          </p:cNvPr>
          <p:cNvSpPr/>
          <p:nvPr/>
        </p:nvSpPr>
        <p:spPr>
          <a:xfrm>
            <a:off x="3834920" y="136525"/>
            <a:ext cx="410512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400" b="1"/>
              <a:t>Project Overview</a:t>
            </a:r>
            <a:endPar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1A32B0F-0291-0E9C-225A-EAFA44B13EE7}"/>
              </a:ext>
            </a:extLst>
          </p:cNvPr>
          <p:cNvSpPr txBox="1"/>
          <p:nvPr/>
        </p:nvSpPr>
        <p:spPr>
          <a:xfrm>
            <a:off x="580068" y="1037521"/>
            <a:ext cx="7250229" cy="5126275"/>
          </a:xfrm>
          <a:prstGeom prst="rect">
            <a:avLst/>
          </a:prstGeom>
          <a:noFill/>
        </p:spPr>
        <p:txBody>
          <a:bodyPr wrap="square" rtlCol="0">
            <a:spAutoFit/>
          </a:bodyPr>
          <a:lstStyle/>
          <a:p>
            <a:pPr>
              <a:lnSpc>
                <a:spcPct val="150000"/>
              </a:lnSpc>
            </a:pPr>
            <a:r>
              <a:rPr sz="2000" b="1" dirty="0"/>
              <a:t>What is </a:t>
            </a:r>
            <a:r>
              <a:rPr sz="2000" b="1" dirty="0" err="1"/>
              <a:t>LogiSphere</a:t>
            </a:r>
            <a:r>
              <a:rPr sz="2000" b="1" dirty="0"/>
              <a:t>?</a:t>
            </a:r>
            <a:br>
              <a:rPr sz="2000" dirty="0"/>
            </a:br>
            <a:r>
              <a:rPr sz="2000" dirty="0" err="1"/>
              <a:t>LogiSphere</a:t>
            </a:r>
            <a:r>
              <a:rPr sz="2000" dirty="0"/>
              <a:t> is an adaptive cloud-native logistics and supply chain management platform that manages the complete flow of goods from suppliers to customers.</a:t>
            </a:r>
            <a:br>
              <a:rPr sz="2000" dirty="0"/>
            </a:br>
            <a:r>
              <a:rPr sz="2000" dirty="0"/>
              <a:t>It provides:</a:t>
            </a:r>
            <a:br>
              <a:rPr sz="2000" dirty="0"/>
            </a:br>
            <a:r>
              <a:rPr sz="2000" dirty="0"/>
              <a:t>Product management, inventory management, customer orders, shipment tracking, and delivery management through independent microservices.</a:t>
            </a:r>
            <a:br>
              <a:rPr sz="2000" dirty="0"/>
            </a:br>
            <a:r>
              <a:rPr sz="2000" dirty="0"/>
              <a:t>The platform is designed to automatically validate stock, deduct inventory when an order is placed, create shipments, and assign approved delivery personnel based on workload.</a:t>
            </a:r>
          </a:p>
        </p:txBody>
      </p:sp>
      <p:sp>
        <p:nvSpPr>
          <p:cNvPr id="11" name="TextBox 10">
            <a:extLst>
              <a:ext uri="{FF2B5EF4-FFF2-40B4-BE49-F238E27FC236}">
                <a16:creationId xmlns:a16="http://schemas.microsoft.com/office/drawing/2014/main" id="{EB211052-6444-32B8-6FD1-F24CD806DAB2}"/>
              </a:ext>
            </a:extLst>
          </p:cNvPr>
          <p:cNvSpPr txBox="1"/>
          <p:nvPr/>
        </p:nvSpPr>
        <p:spPr>
          <a:xfrm>
            <a:off x="8833397" y="688265"/>
            <a:ext cx="1584729"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Main Process:</a:t>
            </a:r>
          </a:p>
        </p:txBody>
      </p:sp>
      <p:sp>
        <p:nvSpPr>
          <p:cNvPr id="9" name="Rectangle: Rounded Corners 8">
            <a:extLst>
              <a:ext uri="{FF2B5EF4-FFF2-40B4-BE49-F238E27FC236}">
                <a16:creationId xmlns:a16="http://schemas.microsoft.com/office/drawing/2014/main" id="{A0E2971C-E3AD-C50E-D8A9-53D42E4114C5}"/>
              </a:ext>
            </a:extLst>
          </p:cNvPr>
          <p:cNvSpPr/>
          <p:nvPr/>
        </p:nvSpPr>
        <p:spPr>
          <a:xfrm>
            <a:off x="8359317" y="1142551"/>
            <a:ext cx="2532888" cy="5577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300" dirty="0"/>
              <a:t>Supplier / Customer</a:t>
            </a:r>
            <a:endParaRPr lang="en-IN" dirty="0">
              <a:latin typeface="Times New Roman" panose="02020603050405020304" pitchFamily="18" charset="0"/>
              <a:cs typeface="Times New Roman" panose="02020603050405020304" pitchFamily="18" charset="0"/>
            </a:endParaRPr>
          </a:p>
        </p:txBody>
      </p:sp>
      <p:sp>
        <p:nvSpPr>
          <p:cNvPr id="13" name="Rectangle: Rounded Corners 12">
            <a:extLst>
              <a:ext uri="{FF2B5EF4-FFF2-40B4-BE49-F238E27FC236}">
                <a16:creationId xmlns:a16="http://schemas.microsoft.com/office/drawing/2014/main" id="{29EE4090-EF36-DFBB-CF96-A53A4C238E14}"/>
              </a:ext>
            </a:extLst>
          </p:cNvPr>
          <p:cNvSpPr/>
          <p:nvPr/>
        </p:nvSpPr>
        <p:spPr>
          <a:xfrm>
            <a:off x="8359317" y="1914488"/>
            <a:ext cx="2532888" cy="5577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300"/>
              <a:t>Product Management</a:t>
            </a:r>
            <a:endParaRPr lang="en-IN" dirty="0">
              <a:latin typeface="Times New Roman" panose="02020603050405020304" pitchFamily="18"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BB35E1DD-EF5E-E110-56A2-0005FA34CA33}"/>
              </a:ext>
            </a:extLst>
          </p:cNvPr>
          <p:cNvSpPr/>
          <p:nvPr/>
        </p:nvSpPr>
        <p:spPr>
          <a:xfrm>
            <a:off x="8359317" y="2652774"/>
            <a:ext cx="2532888" cy="5577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300"/>
              <a:t>Inventory Management</a:t>
            </a:r>
            <a:endParaRPr lang="en-IN" dirty="0">
              <a:latin typeface="Times New Roman" panose="02020603050405020304" pitchFamily="18" charset="0"/>
              <a:cs typeface="Times New Roman" panose="02020603050405020304" pitchFamily="18" charset="0"/>
            </a:endParaRPr>
          </a:p>
        </p:txBody>
      </p:sp>
      <p:sp>
        <p:nvSpPr>
          <p:cNvPr id="17" name="Rectangle: Rounded Corners 16">
            <a:extLst>
              <a:ext uri="{FF2B5EF4-FFF2-40B4-BE49-F238E27FC236}">
                <a16:creationId xmlns:a16="http://schemas.microsoft.com/office/drawing/2014/main" id="{7D61D6F6-3C57-5391-BCEF-3452500F2F30}"/>
              </a:ext>
            </a:extLst>
          </p:cNvPr>
          <p:cNvSpPr/>
          <p:nvPr/>
        </p:nvSpPr>
        <p:spPr>
          <a:xfrm>
            <a:off x="8359317" y="3433187"/>
            <a:ext cx="2532888" cy="5577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300"/>
              <a:t>Order Placement</a:t>
            </a:r>
            <a:endParaRPr lang="en-IN" dirty="0">
              <a:latin typeface="Times New Roman" panose="02020603050405020304" pitchFamily="18" charset="0"/>
              <a:cs typeface="Times New Roman" panose="02020603050405020304" pitchFamily="18" charset="0"/>
            </a:endParaRPr>
          </a:p>
        </p:txBody>
      </p:sp>
      <p:sp>
        <p:nvSpPr>
          <p:cNvPr id="19" name="Rectangle: Rounded Corners 18">
            <a:extLst>
              <a:ext uri="{FF2B5EF4-FFF2-40B4-BE49-F238E27FC236}">
                <a16:creationId xmlns:a16="http://schemas.microsoft.com/office/drawing/2014/main" id="{72ACF801-9F11-95D9-C225-73623F161ABB}"/>
              </a:ext>
            </a:extLst>
          </p:cNvPr>
          <p:cNvSpPr/>
          <p:nvPr/>
        </p:nvSpPr>
        <p:spPr>
          <a:xfrm>
            <a:off x="8359317" y="4138797"/>
            <a:ext cx="2532888" cy="5577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300"/>
              <a:t>Stock Validation &amp; Deduction</a:t>
            </a:r>
            <a:endParaRPr lang="en-IN" dirty="0">
              <a:latin typeface="Times New Roman" panose="02020603050405020304" pitchFamily="18" charset="0"/>
              <a:cs typeface="Times New Roman" panose="02020603050405020304" pitchFamily="18" charset="0"/>
            </a:endParaRPr>
          </a:p>
        </p:txBody>
      </p:sp>
      <p:sp>
        <p:nvSpPr>
          <p:cNvPr id="21" name="Rectangle: Rounded Corners 20">
            <a:extLst>
              <a:ext uri="{FF2B5EF4-FFF2-40B4-BE49-F238E27FC236}">
                <a16:creationId xmlns:a16="http://schemas.microsoft.com/office/drawing/2014/main" id="{6030ABE8-CC40-F883-95FD-A0C7FB018ACE}"/>
              </a:ext>
            </a:extLst>
          </p:cNvPr>
          <p:cNvSpPr/>
          <p:nvPr/>
        </p:nvSpPr>
        <p:spPr>
          <a:xfrm>
            <a:off x="8359317" y="4874229"/>
            <a:ext cx="2532888" cy="5577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300"/>
              <a:t>Shipment Creation &amp; Delivery Assignment</a:t>
            </a:r>
          </a:p>
        </p:txBody>
      </p:sp>
      <p:sp>
        <p:nvSpPr>
          <p:cNvPr id="23" name="Rectangle: Rounded Corners 22">
            <a:extLst>
              <a:ext uri="{FF2B5EF4-FFF2-40B4-BE49-F238E27FC236}">
                <a16:creationId xmlns:a16="http://schemas.microsoft.com/office/drawing/2014/main" id="{B9D74BEC-E5C3-CD34-1242-2AB5985594FC}"/>
              </a:ext>
            </a:extLst>
          </p:cNvPr>
          <p:cNvSpPr/>
          <p:nvPr/>
        </p:nvSpPr>
        <p:spPr>
          <a:xfrm>
            <a:off x="8359317" y="5650740"/>
            <a:ext cx="2532888" cy="5577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300"/>
              <a:t>Shipment Tracking → Delivered</a:t>
            </a:r>
          </a:p>
        </p:txBody>
      </p:sp>
      <p:sp>
        <p:nvSpPr>
          <p:cNvPr id="10" name="Arrow: Down 9">
            <a:extLst>
              <a:ext uri="{FF2B5EF4-FFF2-40B4-BE49-F238E27FC236}">
                <a16:creationId xmlns:a16="http://schemas.microsoft.com/office/drawing/2014/main" id="{A6A2D42C-0250-DB25-D70F-48A34A381C95}"/>
              </a:ext>
            </a:extLst>
          </p:cNvPr>
          <p:cNvSpPr/>
          <p:nvPr/>
        </p:nvSpPr>
        <p:spPr>
          <a:xfrm>
            <a:off x="9546336" y="1600200"/>
            <a:ext cx="210312" cy="3227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6" name="Arrow: Down 15">
            <a:extLst>
              <a:ext uri="{FF2B5EF4-FFF2-40B4-BE49-F238E27FC236}">
                <a16:creationId xmlns:a16="http://schemas.microsoft.com/office/drawing/2014/main" id="{76851BE2-921D-3D95-BD37-8CFB314028C7}"/>
              </a:ext>
            </a:extLst>
          </p:cNvPr>
          <p:cNvSpPr/>
          <p:nvPr/>
        </p:nvSpPr>
        <p:spPr>
          <a:xfrm>
            <a:off x="9546336" y="2383126"/>
            <a:ext cx="210312" cy="3227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0" name="Arrow: Down 19">
            <a:extLst>
              <a:ext uri="{FF2B5EF4-FFF2-40B4-BE49-F238E27FC236}">
                <a16:creationId xmlns:a16="http://schemas.microsoft.com/office/drawing/2014/main" id="{65A0BC66-F400-0679-5A6C-B0FC7C196639}"/>
              </a:ext>
            </a:extLst>
          </p:cNvPr>
          <p:cNvSpPr/>
          <p:nvPr/>
        </p:nvSpPr>
        <p:spPr>
          <a:xfrm>
            <a:off x="9546336" y="3149005"/>
            <a:ext cx="210312" cy="3227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4" name="Arrow: Down 23">
            <a:extLst>
              <a:ext uri="{FF2B5EF4-FFF2-40B4-BE49-F238E27FC236}">
                <a16:creationId xmlns:a16="http://schemas.microsoft.com/office/drawing/2014/main" id="{683CEDAF-0DF8-7E0F-94AD-4B00F39A1671}"/>
              </a:ext>
            </a:extLst>
          </p:cNvPr>
          <p:cNvSpPr/>
          <p:nvPr/>
        </p:nvSpPr>
        <p:spPr>
          <a:xfrm>
            <a:off x="9546336" y="3899571"/>
            <a:ext cx="210312" cy="3227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26" name="Arrow: Down 25">
            <a:extLst>
              <a:ext uri="{FF2B5EF4-FFF2-40B4-BE49-F238E27FC236}">
                <a16:creationId xmlns:a16="http://schemas.microsoft.com/office/drawing/2014/main" id="{2EBA4041-C73A-5D2F-B827-443090979242}"/>
              </a:ext>
            </a:extLst>
          </p:cNvPr>
          <p:cNvSpPr/>
          <p:nvPr/>
        </p:nvSpPr>
        <p:spPr>
          <a:xfrm>
            <a:off x="9548037" y="4575589"/>
            <a:ext cx="210312" cy="3227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8" name="Arrow: Down 27">
            <a:extLst>
              <a:ext uri="{FF2B5EF4-FFF2-40B4-BE49-F238E27FC236}">
                <a16:creationId xmlns:a16="http://schemas.microsoft.com/office/drawing/2014/main" id="{8E16EDFE-8B62-B0F0-5AD6-52BCFF29A619}"/>
              </a:ext>
            </a:extLst>
          </p:cNvPr>
          <p:cNvSpPr/>
          <p:nvPr/>
        </p:nvSpPr>
        <p:spPr>
          <a:xfrm>
            <a:off x="9555480" y="5423031"/>
            <a:ext cx="210312" cy="3227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68EF7CC6-A232-6F78-D877-F4139E33B62C}"/>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9/23/2026</a:t>
            </a:r>
          </a:p>
        </p:txBody>
      </p:sp>
      <p:sp>
        <p:nvSpPr>
          <p:cNvPr id="4" name="Footer Placeholder 3">
            <a:extLst>
              <a:ext uri="{FF2B5EF4-FFF2-40B4-BE49-F238E27FC236}">
                <a16:creationId xmlns:a16="http://schemas.microsoft.com/office/drawing/2014/main" id="{EB1B73B0-000A-32FB-5643-CD5676D4AF06}"/>
              </a:ext>
            </a:extLst>
          </p:cNvPr>
          <p:cNvSpPr>
            <a:spLocks noGrp="1"/>
          </p:cNvSpPr>
          <p:nvPr>
            <p:ph type="ftr" sz="quarter" idx="11"/>
          </p:nvPr>
        </p:nvSpPr>
        <p:spPr/>
        <p:txBody>
          <a:bodyPr/>
          <a:lstStyle/>
          <a:p>
            <a:r>
              <a:rPr sz="1200"/>
              <a:t>LogiSphere Project Review-2</a:t>
            </a:r>
          </a:p>
        </p:txBody>
      </p:sp>
      <p:sp>
        <p:nvSpPr>
          <p:cNvPr id="6" name="Slide Number Placeholder 5">
            <a:extLst>
              <a:ext uri="{FF2B5EF4-FFF2-40B4-BE49-F238E27FC236}">
                <a16:creationId xmlns:a16="http://schemas.microsoft.com/office/drawing/2014/main" id="{7FA1E0BD-2CF1-90B0-91FF-80A63764D288}"/>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CD00B50F-4223-2213-E4CD-57D228BCA0B6}"/>
              </a:ext>
            </a:extLst>
          </p:cNvPr>
          <p:cNvSpPr/>
          <p:nvPr/>
        </p:nvSpPr>
        <p:spPr>
          <a:xfrm>
            <a:off x="3352320" y="268328"/>
            <a:ext cx="525828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200" b="1"/>
              <a:t>Problem Definition &amp; Requirements</a:t>
            </a:r>
            <a:endParaRPr lang="en-US" sz="24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25D121C-4D7B-EE7E-9FFB-785374E6B857}"/>
              </a:ext>
            </a:extLst>
          </p:cNvPr>
          <p:cNvSpPr txBox="1"/>
          <p:nvPr/>
        </p:nvSpPr>
        <p:spPr>
          <a:xfrm>
            <a:off x="533399" y="1450568"/>
            <a:ext cx="10213259" cy="3323987"/>
          </a:xfrm>
          <a:prstGeom prst="rect">
            <a:avLst/>
          </a:prstGeom>
          <a:noFill/>
        </p:spPr>
        <p:txBody>
          <a:bodyPr wrap="square">
            <a:spAutoFit/>
          </a:bodyPr>
          <a:lstStyle/>
          <a:p>
            <a:pPr>
              <a:buNone/>
            </a:pPr>
            <a:r>
              <a:rPr sz="1500" b="1" dirty="0">
                <a:latin typeface="Times New Roman" panose="02020603050405020304" pitchFamily="18" charset="0"/>
                <a:cs typeface="Times New Roman" panose="02020603050405020304" pitchFamily="18" charset="0"/>
              </a:rPr>
              <a:t>Problem Definition</a:t>
            </a:r>
            <a:br>
              <a:rPr sz="1500" b="1" dirty="0">
                <a:latin typeface="Times New Roman" panose="02020603050405020304" pitchFamily="18" charset="0"/>
                <a:cs typeface="Times New Roman" panose="02020603050405020304" pitchFamily="18" charset="0"/>
              </a:rPr>
            </a:br>
            <a:br>
              <a:rPr sz="1500"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Traditional logistics and supply chain operations often involve separate systems for suppliers, products, inventory, orders, shipments, and deliveries. This can lead to inaccurate stock information, manual order processing, shipment delays, and inefficient delivery allocation.</a:t>
            </a:r>
            <a:br>
              <a:rPr sz="1500" dirty="0">
                <a:latin typeface="Times New Roman" panose="02020603050405020304" pitchFamily="18" charset="0"/>
                <a:cs typeface="Times New Roman" panose="02020603050405020304" pitchFamily="18" charset="0"/>
              </a:rPr>
            </a:br>
            <a:br>
              <a:rPr sz="1500" dirty="0">
                <a:latin typeface="Times New Roman" panose="02020603050405020304" pitchFamily="18" charset="0"/>
                <a:cs typeface="Times New Roman" panose="02020603050405020304" pitchFamily="18" charset="0"/>
              </a:rPr>
            </a:br>
            <a:r>
              <a:rPr sz="1500" b="1" dirty="0">
                <a:latin typeface="Times New Roman" panose="02020603050405020304" pitchFamily="18" charset="0"/>
                <a:cs typeface="Times New Roman" panose="02020603050405020304" pitchFamily="18" charset="0"/>
              </a:rPr>
              <a:t>Proposed Solution</a:t>
            </a:r>
            <a:br>
              <a:rPr sz="1500" dirty="0">
                <a:latin typeface="Times New Roman" panose="02020603050405020304" pitchFamily="18" charset="0"/>
                <a:cs typeface="Times New Roman" panose="02020603050405020304" pitchFamily="18" charset="0"/>
              </a:rPr>
            </a:br>
            <a:br>
              <a:rPr sz="1500" dirty="0">
                <a:latin typeface="Times New Roman" panose="02020603050405020304" pitchFamily="18" charset="0"/>
                <a:cs typeface="Times New Roman" panose="02020603050405020304" pitchFamily="18" charset="0"/>
              </a:rPr>
            </a:br>
            <a:r>
              <a:rPr sz="1500" dirty="0" err="1">
                <a:latin typeface="Times New Roman" panose="02020603050405020304" pitchFamily="18" charset="0"/>
                <a:cs typeface="Times New Roman" panose="02020603050405020304" pitchFamily="18" charset="0"/>
              </a:rPr>
              <a:t>LogiSphere</a:t>
            </a:r>
            <a:r>
              <a:rPr sz="1500" dirty="0">
                <a:latin typeface="Times New Roman" panose="02020603050405020304" pitchFamily="18" charset="0"/>
                <a:cs typeface="Times New Roman" panose="02020603050405020304" pitchFamily="18" charset="0"/>
              </a:rPr>
              <a:t> provides a cloud-native microservices-based logistics platform that integrates product, inventory, order, shipment, and delivery management. It automatically validates and updates inventory, creates shipments, tracks deliveries, and assigns approved delivery personnel based on workload.</a:t>
            </a:r>
            <a:endParaRPr lang="en-US" sz="1500" dirty="0">
              <a:latin typeface="Times New Roman" panose="02020603050405020304" pitchFamily="18" charset="0"/>
              <a:cs typeface="Times New Roman" panose="02020603050405020304" pitchFamily="18" charset="0"/>
            </a:endParaRPr>
          </a:p>
          <a:p>
            <a:pPr>
              <a:buNone/>
            </a:pPr>
            <a:endParaRPr lang="en-IN" sz="1500" dirty="0">
              <a:latin typeface="Times New Roman" panose="02020603050405020304" pitchFamily="18" charset="0"/>
              <a:cs typeface="Times New Roman" panose="02020603050405020304" pitchFamily="18" charset="0"/>
            </a:endParaRPr>
          </a:p>
          <a:p>
            <a:pPr>
              <a:buNone/>
            </a:pPr>
            <a:r>
              <a:rPr lang="en-IN" sz="1500" b="1" dirty="0">
                <a:latin typeface="Times New Roman" panose="02020603050405020304" pitchFamily="18" charset="0"/>
                <a:cs typeface="Times New Roman" panose="02020603050405020304" pitchFamily="18" charset="0"/>
              </a:rPr>
              <a:t>Functional Requirements</a:t>
            </a:r>
          </a:p>
          <a:p>
            <a:pPr>
              <a:buNone/>
            </a:pPr>
            <a:endParaRPr sz="15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B757663-CB11-49E7-0F40-2F914060E62D}"/>
              </a:ext>
            </a:extLst>
          </p:cNvPr>
          <p:cNvSpPr txBox="1"/>
          <p:nvPr/>
        </p:nvSpPr>
        <p:spPr>
          <a:xfrm>
            <a:off x="533399" y="4541244"/>
            <a:ext cx="5049254" cy="1600438"/>
          </a:xfrm>
          <a:prstGeom prst="rect">
            <a:avLst/>
          </a:prstGeom>
          <a:noFill/>
        </p:spPr>
        <p:txBody>
          <a:bodyPr wrap="square" rtlCol="0">
            <a:spAutoFit/>
          </a:bodyPr>
          <a:lstStyle/>
          <a:p>
            <a:r>
              <a:rPr sz="1400" dirty="0">
                <a:latin typeface="Times New Roman" panose="02020603050405020304" pitchFamily="18" charset="0"/>
                <a:cs typeface="Times New Roman" panose="02020603050405020304" pitchFamily="18" charset="0"/>
              </a:rPr>
              <a:t>• Insufficient-stock prevention</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 Order management and history</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 Shipment creation and tracking</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 Delivery-person verification</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 Workload-based delivery assignment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 Shipment status updates</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 Monitoring and notifications</a:t>
            </a:r>
          </a:p>
        </p:txBody>
      </p:sp>
    </p:spTree>
    <p:extLst>
      <p:ext uri="{BB962C8B-B14F-4D97-AF65-F5344CB8AC3E}">
        <p14:creationId xmlns:p14="http://schemas.microsoft.com/office/powerpoint/2010/main" val="2065876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CB45B-1CC3-5CD1-9806-32A3F610190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09E05E4-9B10-24ED-5310-33198FD860A6}"/>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04CECB80-69D3-6251-F3B1-55D48E51BF6C}"/>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9/23/2026</a:t>
            </a:r>
          </a:p>
        </p:txBody>
      </p:sp>
      <p:sp>
        <p:nvSpPr>
          <p:cNvPr id="4" name="Footer Placeholder 3">
            <a:extLst>
              <a:ext uri="{FF2B5EF4-FFF2-40B4-BE49-F238E27FC236}">
                <a16:creationId xmlns:a16="http://schemas.microsoft.com/office/drawing/2014/main" id="{04F26186-22F3-E2C7-994F-9AF412842EB1}"/>
              </a:ext>
            </a:extLst>
          </p:cNvPr>
          <p:cNvSpPr>
            <a:spLocks noGrp="1"/>
          </p:cNvSpPr>
          <p:nvPr>
            <p:ph type="ftr" sz="quarter" idx="11"/>
          </p:nvPr>
        </p:nvSpPr>
        <p:spPr/>
        <p:txBody>
          <a:bodyPr/>
          <a:lstStyle/>
          <a:p>
            <a:r>
              <a:rPr sz="1200"/>
              <a:t>LogiSphere Project Review-2</a:t>
            </a:r>
          </a:p>
        </p:txBody>
      </p:sp>
      <p:sp>
        <p:nvSpPr>
          <p:cNvPr id="6" name="Slide Number Placeholder 5">
            <a:extLst>
              <a:ext uri="{FF2B5EF4-FFF2-40B4-BE49-F238E27FC236}">
                <a16:creationId xmlns:a16="http://schemas.microsoft.com/office/drawing/2014/main" id="{FE678DE3-82FB-AA07-CBF9-DD4AFEA93CD6}"/>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5</a:t>
            </a:fld>
            <a:endParaRPr lang="en-US">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569E488E-5036-FA9D-D1DC-145C4D33878A}"/>
              </a:ext>
            </a:extLst>
          </p:cNvPr>
          <p:cNvSpPr/>
          <p:nvPr/>
        </p:nvSpPr>
        <p:spPr>
          <a:xfrm>
            <a:off x="3352320" y="268328"/>
            <a:ext cx="525828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400" b="1"/>
              <a:t>System Architecture / Blueprint</a:t>
            </a:r>
            <a:endParaRPr lang="en-US" sz="24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11" name="Picture 10" descr="logisphere_architecture.png"/>
          <p:cNvPicPr>
            <a:picLocks noChangeAspect="1"/>
          </p:cNvPicPr>
          <p:nvPr/>
        </p:nvPicPr>
        <p:blipFill>
          <a:blip r:embed="rId3"/>
          <a:stretch>
            <a:fillRect/>
          </a:stretch>
        </p:blipFill>
        <p:spPr>
          <a:xfrm>
            <a:off x="914400" y="1151389"/>
            <a:ext cx="10378440" cy="5349240"/>
          </a:xfrm>
          <a:prstGeom prst="rect">
            <a:avLst/>
          </a:prstGeom>
        </p:spPr>
      </p:pic>
    </p:spTree>
    <p:extLst>
      <p:ext uri="{BB962C8B-B14F-4D97-AF65-F5344CB8AC3E}">
        <p14:creationId xmlns:p14="http://schemas.microsoft.com/office/powerpoint/2010/main" val="3816282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002BB-DE0A-5717-6893-E2D1C7C427F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8373561-7D13-0459-DC8D-51CC7E0B0FD0}"/>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02FCA1B4-A322-1568-0BC8-5AA3E2B5DBBC}"/>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9/23/2026</a:t>
            </a:r>
          </a:p>
        </p:txBody>
      </p:sp>
      <p:sp>
        <p:nvSpPr>
          <p:cNvPr id="4" name="Footer Placeholder 3">
            <a:extLst>
              <a:ext uri="{FF2B5EF4-FFF2-40B4-BE49-F238E27FC236}">
                <a16:creationId xmlns:a16="http://schemas.microsoft.com/office/drawing/2014/main" id="{6D876939-F03D-0BC3-A387-C8063A8EE497}"/>
              </a:ext>
            </a:extLst>
          </p:cNvPr>
          <p:cNvSpPr>
            <a:spLocks noGrp="1"/>
          </p:cNvSpPr>
          <p:nvPr>
            <p:ph type="ftr" sz="quarter" idx="11"/>
          </p:nvPr>
        </p:nvSpPr>
        <p:spPr/>
        <p:txBody>
          <a:bodyPr/>
          <a:lstStyle/>
          <a:p>
            <a:r>
              <a:rPr sz="1200"/>
              <a:t>LogiSphere Project Review-2</a:t>
            </a:r>
          </a:p>
        </p:txBody>
      </p:sp>
      <p:sp>
        <p:nvSpPr>
          <p:cNvPr id="6" name="Slide Number Placeholder 5">
            <a:extLst>
              <a:ext uri="{FF2B5EF4-FFF2-40B4-BE49-F238E27FC236}">
                <a16:creationId xmlns:a16="http://schemas.microsoft.com/office/drawing/2014/main" id="{1860C6CA-621A-533E-02D0-9DF319FC4F62}"/>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5B1BBC5A-0354-0CB7-48A1-027E4F8C56BD}"/>
              </a:ext>
            </a:extLst>
          </p:cNvPr>
          <p:cNvSpPr/>
          <p:nvPr/>
        </p:nvSpPr>
        <p:spPr>
          <a:xfrm>
            <a:off x="3352320" y="268328"/>
            <a:ext cx="525828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200" b="1"/>
              <a:t>Module Design / Module-wise Description</a:t>
            </a:r>
            <a:endParaRPr lang="en-US" sz="20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04178A65-F29F-8AEB-0E80-21124EE8F6ED}"/>
              </a:ext>
            </a:extLst>
          </p:cNvPr>
          <p:cNvGraphicFramePr>
            <a:graphicFrameLocks noGrp="1"/>
          </p:cNvGraphicFramePr>
          <p:nvPr>
            <p:extLst>
              <p:ext uri="{D42A27DB-BD31-4B8C-83A1-F6EECF244321}">
                <p14:modId xmlns:p14="http://schemas.microsoft.com/office/powerpoint/2010/main" val="625808703"/>
              </p:ext>
            </p:extLst>
          </p:nvPr>
        </p:nvGraphicFramePr>
        <p:xfrm>
          <a:off x="1203975" y="1326787"/>
          <a:ext cx="10008078" cy="4387472"/>
        </p:xfrm>
        <a:graphic>
          <a:graphicData uri="http://schemas.openxmlformats.org/drawingml/2006/table">
            <a:tbl>
              <a:tblPr>
                <a:tableStyleId>{C4B1156A-380E-4F78-BDF5-A606A8083BF9}</a:tableStyleId>
              </a:tblPr>
              <a:tblGrid>
                <a:gridCol w="5004039">
                  <a:extLst>
                    <a:ext uri="{9D8B030D-6E8A-4147-A177-3AD203B41FA5}">
                      <a16:colId xmlns:a16="http://schemas.microsoft.com/office/drawing/2014/main" val="2256176517"/>
                    </a:ext>
                  </a:extLst>
                </a:gridCol>
                <a:gridCol w="5004039">
                  <a:extLst>
                    <a:ext uri="{9D8B030D-6E8A-4147-A177-3AD203B41FA5}">
                      <a16:colId xmlns:a16="http://schemas.microsoft.com/office/drawing/2014/main" val="2605876277"/>
                    </a:ext>
                  </a:extLst>
                </a:gridCol>
              </a:tblGrid>
              <a:tr h="334279">
                <a:tc>
                  <a:txBody>
                    <a:bodyPr/>
                    <a:lstStyle/>
                    <a:p>
                      <a:r>
                        <a:rPr sz="1500" b="1">
                          <a:latin typeface="Times New Roman" panose="02020603050405020304" pitchFamily="18" charset="0"/>
                          <a:cs typeface="Times New Roman" panose="02020603050405020304" pitchFamily="18" charset="0"/>
                        </a:rPr>
                        <a:t>Module</a:t>
                      </a:r>
                    </a:p>
                  </a:txBody>
                  <a:tcPr marL="87027" marR="87027" marT="43513" marB="43513" anchor="ctr">
                    <a:solidFill>
                      <a:srgbClr val="FFFF00"/>
                    </a:solidFill>
                  </a:tcPr>
                </a:tc>
                <a:tc>
                  <a:txBody>
                    <a:bodyPr/>
                    <a:lstStyle/>
                    <a:p>
                      <a:r>
                        <a:rPr sz="1500" b="1">
                          <a:latin typeface="Times New Roman" panose="02020603050405020304" pitchFamily="18" charset="0"/>
                          <a:cs typeface="Times New Roman" panose="02020603050405020304" pitchFamily="18" charset="0"/>
                        </a:rPr>
                        <a:t>Description</a:t>
                      </a:r>
                    </a:p>
                  </a:txBody>
                  <a:tcPr marL="87027" marR="87027" marT="43513" marB="43513" anchor="ctr">
                    <a:solidFill>
                      <a:srgbClr val="FFFF00"/>
                    </a:solidFill>
                  </a:tcPr>
                </a:tc>
                <a:extLst>
                  <a:ext uri="{0D108BD9-81ED-4DB2-BD59-A6C34878D82A}">
                    <a16:rowId xmlns:a16="http://schemas.microsoft.com/office/drawing/2014/main" val="1034728141"/>
                  </a:ext>
                </a:extLst>
              </a:tr>
              <a:tr h="334279">
                <a:tc>
                  <a:txBody>
                    <a:bodyPr/>
                    <a:lstStyle/>
                    <a:p>
                      <a:r>
                        <a:rPr sz="1500" b="1">
                          <a:latin typeface="Times New Roman" panose="02020603050405020304" pitchFamily="18" charset="0"/>
                          <a:cs typeface="Times New Roman" panose="02020603050405020304" pitchFamily="18" charset="0"/>
                        </a:rPr>
                        <a:t>Auth Service</a:t>
                      </a:r>
                    </a:p>
                  </a:txBody>
                  <a:tcPr marL="87027" marR="87027" marT="43513" marB="43513" anchor="ctr"/>
                </a:tc>
                <a:tc>
                  <a:txBody>
                    <a:bodyPr/>
                    <a:lstStyle/>
                    <a:p>
                      <a:r>
                        <a:rPr sz="1500" b="0">
                          <a:latin typeface="Times New Roman" panose="02020603050405020304" pitchFamily="18" charset="0"/>
                          <a:cs typeface="Times New Roman" panose="02020603050405020304" pitchFamily="18" charset="0"/>
                        </a:rPr>
                        <a:t>Handles registration, login, roles and JWT authentication</a:t>
                      </a:r>
                    </a:p>
                  </a:txBody>
                  <a:tcPr marL="87027" marR="87027" marT="43513" marB="43513" anchor="ctr"/>
                </a:tc>
                <a:extLst>
                  <a:ext uri="{0D108BD9-81ED-4DB2-BD59-A6C34878D82A}">
                    <a16:rowId xmlns:a16="http://schemas.microsoft.com/office/drawing/2014/main" val="333928823"/>
                  </a:ext>
                </a:extLst>
              </a:tr>
              <a:tr h="334279">
                <a:tc>
                  <a:txBody>
                    <a:bodyPr/>
                    <a:lstStyle/>
                    <a:p>
                      <a:r>
                        <a:rPr sz="1500" b="1">
                          <a:latin typeface="Times New Roman" panose="02020603050405020304" pitchFamily="18" charset="0"/>
                          <a:cs typeface="Times New Roman" panose="02020603050405020304" pitchFamily="18" charset="0"/>
                        </a:rPr>
                        <a:t>Product Service</a:t>
                      </a:r>
                    </a:p>
                  </a:txBody>
                  <a:tcPr marL="87027" marR="87027" marT="43513" marB="43513" anchor="ctr"/>
                </a:tc>
                <a:tc>
                  <a:txBody>
                    <a:bodyPr/>
                    <a:lstStyle/>
                    <a:p>
                      <a:r>
                        <a:rPr sz="1500" b="0">
                          <a:latin typeface="Times New Roman" panose="02020603050405020304" pitchFamily="18" charset="0"/>
                          <a:cs typeface="Times New Roman" panose="02020603050405020304" pitchFamily="18" charset="0"/>
                        </a:rPr>
                        <a:t>Manages products, categories, prices and supplier information</a:t>
                      </a:r>
                    </a:p>
                  </a:txBody>
                  <a:tcPr marL="87027" marR="87027" marT="43513" marB="43513" anchor="ctr"/>
                </a:tc>
                <a:extLst>
                  <a:ext uri="{0D108BD9-81ED-4DB2-BD59-A6C34878D82A}">
                    <a16:rowId xmlns:a16="http://schemas.microsoft.com/office/drawing/2014/main" val="3328230217"/>
                  </a:ext>
                </a:extLst>
              </a:tr>
              <a:tr h="334279">
                <a:tc>
                  <a:txBody>
                    <a:bodyPr/>
                    <a:lstStyle/>
                    <a:p>
                      <a:r>
                        <a:rPr sz="1500" b="1">
                          <a:latin typeface="Times New Roman" panose="02020603050405020304" pitchFamily="18" charset="0"/>
                          <a:cs typeface="Times New Roman" panose="02020603050405020304" pitchFamily="18" charset="0"/>
                        </a:rPr>
                        <a:t>Inventory Service</a:t>
                      </a:r>
                    </a:p>
                  </a:txBody>
                  <a:tcPr marL="87027" marR="87027" marT="43513" marB="43513" anchor="ctr"/>
                </a:tc>
                <a:tc>
                  <a:txBody>
                    <a:bodyPr/>
                    <a:lstStyle/>
                    <a:p>
                      <a:r>
                        <a:rPr sz="1500" b="0">
                          <a:latin typeface="Times New Roman" panose="02020603050405020304" pitchFamily="18" charset="0"/>
                          <a:cs typeface="Times New Roman" panose="02020603050405020304" pitchFamily="18" charset="0"/>
                        </a:rPr>
                        <a:t>Maintains product stock and handles stock updates</a:t>
                      </a:r>
                    </a:p>
                  </a:txBody>
                  <a:tcPr marL="87027" marR="87027" marT="43513" marB="43513" anchor="ctr"/>
                </a:tc>
                <a:extLst>
                  <a:ext uri="{0D108BD9-81ED-4DB2-BD59-A6C34878D82A}">
                    <a16:rowId xmlns:a16="http://schemas.microsoft.com/office/drawing/2014/main" val="3667997888"/>
                  </a:ext>
                </a:extLst>
              </a:tr>
              <a:tr h="334279">
                <a:tc>
                  <a:txBody>
                    <a:bodyPr/>
                    <a:lstStyle/>
                    <a:p>
                      <a:r>
                        <a:rPr sz="1500" b="1">
                          <a:latin typeface="Times New Roman" panose="02020603050405020304" pitchFamily="18" charset="0"/>
                          <a:cs typeface="Times New Roman" panose="02020603050405020304" pitchFamily="18" charset="0"/>
                        </a:rPr>
                        <a:t>Order Service</a:t>
                      </a:r>
                    </a:p>
                  </a:txBody>
                  <a:tcPr marL="87027" marR="87027" marT="43513" marB="43513" anchor="ctr"/>
                </a:tc>
                <a:tc>
                  <a:txBody>
                    <a:bodyPr/>
                    <a:lstStyle/>
                    <a:p>
                      <a:r>
                        <a:rPr sz="1500" b="0">
                          <a:latin typeface="Times New Roman" panose="02020603050405020304" pitchFamily="18" charset="0"/>
                          <a:cs typeface="Times New Roman" panose="02020603050405020304" pitchFamily="18" charset="0"/>
                        </a:rPr>
                        <a:t>Creates and manages customer orders and order items</a:t>
                      </a:r>
                    </a:p>
                  </a:txBody>
                  <a:tcPr marL="87027" marR="87027" marT="43513" marB="43513" anchor="ctr"/>
                </a:tc>
                <a:extLst>
                  <a:ext uri="{0D108BD9-81ED-4DB2-BD59-A6C34878D82A}">
                    <a16:rowId xmlns:a16="http://schemas.microsoft.com/office/drawing/2014/main" val="4168746894"/>
                  </a:ext>
                </a:extLst>
              </a:tr>
              <a:tr h="334279">
                <a:tc>
                  <a:txBody>
                    <a:bodyPr/>
                    <a:lstStyle/>
                    <a:p>
                      <a:r>
                        <a:rPr sz="1500" b="1">
                          <a:latin typeface="Times New Roman" panose="02020603050405020304" pitchFamily="18" charset="0"/>
                          <a:cs typeface="Times New Roman" panose="02020603050405020304" pitchFamily="18" charset="0"/>
                        </a:rPr>
                        <a:t>Shipment Service</a:t>
                      </a:r>
                    </a:p>
                  </a:txBody>
                  <a:tcPr marL="87027" marR="87027" marT="43513" marB="43513" anchor="ctr"/>
                </a:tc>
                <a:tc>
                  <a:txBody>
                    <a:bodyPr/>
                    <a:lstStyle/>
                    <a:p>
                      <a:r>
                        <a:rPr sz="1500" b="0">
                          <a:latin typeface="Times New Roman" panose="02020603050405020304" pitchFamily="18" charset="0"/>
                          <a:cs typeface="Times New Roman" panose="02020603050405020304" pitchFamily="18" charset="0"/>
                        </a:rPr>
                        <a:t>Creates shipments and manages status and tracking</a:t>
                      </a:r>
                    </a:p>
                  </a:txBody>
                  <a:tcPr marL="87027" marR="87027" marT="43513" marB="43513" anchor="ctr"/>
                </a:tc>
                <a:extLst>
                  <a:ext uri="{0D108BD9-81ED-4DB2-BD59-A6C34878D82A}">
                    <a16:rowId xmlns:a16="http://schemas.microsoft.com/office/drawing/2014/main" val="1613002846"/>
                  </a:ext>
                </a:extLst>
              </a:tr>
              <a:tr h="334279">
                <a:tc>
                  <a:txBody>
                    <a:bodyPr/>
                    <a:lstStyle/>
                    <a:p>
                      <a:r>
                        <a:rPr sz="1500" b="1">
                          <a:latin typeface="Times New Roman" panose="02020603050405020304" pitchFamily="18" charset="0"/>
                          <a:cs typeface="Times New Roman" panose="02020603050405020304" pitchFamily="18" charset="0"/>
                        </a:rPr>
                        <a:t>Delivery Service</a:t>
                      </a:r>
                    </a:p>
                  </a:txBody>
                  <a:tcPr marL="87027" marR="87027" marT="43513" marB="43513" anchor="ctr"/>
                </a:tc>
                <a:tc>
                  <a:txBody>
                    <a:bodyPr/>
                    <a:lstStyle/>
                    <a:p>
                      <a:r>
                        <a:rPr sz="1500" b="0">
                          <a:latin typeface="Times New Roman" panose="02020603050405020304" pitchFamily="18" charset="0"/>
                          <a:cs typeface="Times New Roman" panose="02020603050405020304" pitchFamily="18" charset="0"/>
                        </a:rPr>
                        <a:t>Manages delivery persons, verification and assignments</a:t>
                      </a:r>
                    </a:p>
                  </a:txBody>
                  <a:tcPr marL="87027" marR="87027" marT="43513" marB="43513" anchor="ctr"/>
                </a:tc>
                <a:extLst>
                  <a:ext uri="{0D108BD9-81ED-4DB2-BD59-A6C34878D82A}">
                    <a16:rowId xmlns:a16="http://schemas.microsoft.com/office/drawing/2014/main" val="1042909134"/>
                  </a:ext>
                </a:extLst>
              </a:tr>
              <a:tr h="334279">
                <a:tc>
                  <a:txBody>
                    <a:bodyPr/>
                    <a:lstStyle/>
                    <a:p>
                      <a:r>
                        <a:rPr sz="1500" b="1">
                          <a:latin typeface="Times New Roman" panose="02020603050405020304" pitchFamily="18" charset="0"/>
                          <a:cs typeface="Times New Roman" panose="02020603050405020304" pitchFamily="18" charset="0"/>
                        </a:rPr>
                        <a:t>Adaptive Intelligence</a:t>
                      </a:r>
                    </a:p>
                  </a:txBody>
                  <a:tcPr marL="87027" marR="87027" marT="43513" marB="43513" anchor="ctr"/>
                </a:tc>
                <a:tc>
                  <a:txBody>
                    <a:bodyPr/>
                    <a:lstStyle/>
                    <a:p>
                      <a:r>
                        <a:rPr sz="1500" b="0">
                          <a:latin typeface="Times New Roman" panose="02020603050405020304" pitchFamily="18" charset="0"/>
                          <a:cs typeface="Times New Roman" panose="02020603050405020304" pitchFamily="18" charset="0"/>
                        </a:rPr>
                        <a:t>Analyzes logistics conditions and recommends adaptive actions</a:t>
                      </a:r>
                    </a:p>
                  </a:txBody>
                  <a:tcPr marL="87027" marR="87027" marT="43513" marB="43513" anchor="ctr"/>
                </a:tc>
                <a:extLst>
                  <a:ext uri="{0D108BD9-81ED-4DB2-BD59-A6C34878D82A}">
                    <a16:rowId xmlns:a16="http://schemas.microsoft.com/office/drawing/2014/main" val="555511579"/>
                  </a:ext>
                </a:extLst>
              </a:tr>
              <a:tr h="334279">
                <a:tc>
                  <a:txBody>
                    <a:bodyPr/>
                    <a:lstStyle/>
                    <a:p>
                      <a:r>
                        <a:rPr sz="1500" b="1">
                          <a:latin typeface="Times New Roman" panose="02020603050405020304" pitchFamily="18" charset="0"/>
                          <a:cs typeface="Times New Roman" panose="02020603050405020304" pitchFamily="18" charset="0"/>
                        </a:rPr>
                        <a:t>Notification Service</a:t>
                      </a:r>
                    </a:p>
                  </a:txBody>
                  <a:tcPr marL="87027" marR="87027" marT="43513" marB="43513" anchor="ctr"/>
                </a:tc>
                <a:tc>
                  <a:txBody>
                    <a:bodyPr/>
                    <a:lstStyle/>
                    <a:p>
                      <a:r>
                        <a:rPr sz="1500" b="0">
                          <a:latin typeface="Times New Roman" panose="02020603050405020304" pitchFamily="18" charset="0"/>
                          <a:cs typeface="Times New Roman" panose="02020603050405020304" pitchFamily="18" charset="0"/>
                        </a:rPr>
                        <a:t>Sends order, shipment and delivery notifications</a:t>
                      </a:r>
                    </a:p>
                  </a:txBody>
                  <a:tcPr marL="87027" marR="87027" marT="43513" marB="43513" anchor="ctr"/>
                </a:tc>
                <a:extLst>
                  <a:ext uri="{0D108BD9-81ED-4DB2-BD59-A6C34878D82A}">
                    <a16:rowId xmlns:a16="http://schemas.microsoft.com/office/drawing/2014/main" val="4088595097"/>
                  </a:ext>
                </a:extLst>
              </a:tr>
              <a:tr h="584507">
                <a:tc>
                  <a:txBody>
                    <a:bodyPr/>
                    <a:lstStyle/>
                    <a:p>
                      <a:r>
                        <a:rPr sz="1500" b="1" dirty="0">
                          <a:latin typeface="Times New Roman" panose="02020603050405020304" pitchFamily="18" charset="0"/>
                          <a:cs typeface="Times New Roman" panose="02020603050405020304" pitchFamily="18" charset="0"/>
                        </a:rPr>
                        <a:t>API Gateway &amp; Eureka</a:t>
                      </a:r>
                    </a:p>
                  </a:txBody>
                  <a:tcPr marL="87027" marR="87027" marT="43513" marB="43513" anchor="ctr"/>
                </a:tc>
                <a:tc>
                  <a:txBody>
                    <a:bodyPr/>
                    <a:lstStyle/>
                    <a:p>
                      <a:r>
                        <a:rPr sz="1500" b="0">
                          <a:latin typeface="Times New Roman" panose="02020603050405020304" pitchFamily="18" charset="0"/>
                          <a:cs typeface="Times New Roman" panose="02020603050405020304" pitchFamily="18" charset="0"/>
                        </a:rPr>
                        <a:t>Provides a single entry point and service discovery</a:t>
                      </a:r>
                    </a:p>
                  </a:txBody>
                  <a:tcPr marL="87027" marR="87027" marT="43513" marB="43513" anchor="ctr"/>
                </a:tc>
                <a:extLst>
                  <a:ext uri="{0D108BD9-81ED-4DB2-BD59-A6C34878D82A}">
                    <a16:rowId xmlns:a16="http://schemas.microsoft.com/office/drawing/2014/main" val="4160082655"/>
                  </a:ext>
                </a:extLst>
              </a:tr>
              <a:tr h="584507">
                <a:tc>
                  <a:txBody>
                    <a:bodyPr/>
                    <a:lstStyle/>
                    <a:p>
                      <a:r>
                        <a:rPr sz="1500" b="1">
                          <a:latin typeface="Times New Roman" panose="02020603050405020304" pitchFamily="18" charset="0"/>
                          <a:cs typeface="Times New Roman" panose="02020603050405020304" pitchFamily="18" charset="0"/>
                        </a:rPr>
                        <a:t>Monitoring &amp; Analytics</a:t>
                      </a:r>
                    </a:p>
                  </a:txBody>
                  <a:tcPr marL="87027" marR="87027" marT="43513" marB="43513" anchor="ctr"/>
                </a:tc>
                <a:tc>
                  <a:txBody>
                    <a:bodyPr/>
                    <a:lstStyle/>
                    <a:p>
                      <a:r>
                        <a:rPr sz="1500" b="0" dirty="0">
                          <a:latin typeface="Times New Roman" panose="02020603050405020304" pitchFamily="18" charset="0"/>
                          <a:cs typeface="Times New Roman" panose="02020603050405020304" pitchFamily="18" charset="0"/>
                        </a:rPr>
                        <a:t>Tracks service health, logistics activity and operational metrics</a:t>
                      </a:r>
                    </a:p>
                  </a:txBody>
                  <a:tcPr marL="87027" marR="87027" marT="43513" marB="43513" anchor="ctr"/>
                </a:tc>
                <a:extLst>
                  <a:ext uri="{0D108BD9-81ED-4DB2-BD59-A6C34878D82A}">
                    <a16:rowId xmlns:a16="http://schemas.microsoft.com/office/drawing/2014/main" val="1421522349"/>
                  </a:ext>
                </a:extLst>
              </a:tr>
            </a:tbl>
          </a:graphicData>
        </a:graphic>
      </p:graphicFrame>
      <p:sp>
        <p:nvSpPr>
          <p:cNvPr id="9" name="TextBox 8">
            <a:extLst>
              <a:ext uri="{FF2B5EF4-FFF2-40B4-BE49-F238E27FC236}">
                <a16:creationId xmlns:a16="http://schemas.microsoft.com/office/drawing/2014/main" id="{95DB8DC6-1432-D3AB-9068-C2407B72EBD9}"/>
              </a:ext>
            </a:extLst>
          </p:cNvPr>
          <p:cNvSpPr txBox="1"/>
          <p:nvPr/>
        </p:nvSpPr>
        <p:spPr>
          <a:xfrm>
            <a:off x="1103670" y="5867384"/>
            <a:ext cx="10108383" cy="523220"/>
          </a:xfrm>
          <a:prstGeom prst="rect">
            <a:avLst/>
          </a:prstGeom>
          <a:noFill/>
        </p:spPr>
        <p:txBody>
          <a:bodyPr wrap="square">
            <a:spAutoFit/>
          </a:bodyPr>
          <a:lstStyle/>
          <a:p>
            <a:pPr algn="ctr">
              <a:buNone/>
            </a:pPr>
            <a:r>
              <a:rPr sz="1400" dirty="0">
                <a:latin typeface="Times New Roman" panose="02020603050405020304" pitchFamily="18" charset="0"/>
                <a:cs typeface="Times New Roman" panose="02020603050405020304" pitchFamily="18" charset="0"/>
              </a:rPr>
              <a:t>The project documentation identifies authentication, product management, inventory management, order processing, shipment tracking, delivery management, adaptive intelligence, notifications, service discovery and monitoring as the main functional components.</a:t>
            </a:r>
          </a:p>
        </p:txBody>
      </p:sp>
      <p:sp>
        <p:nvSpPr>
          <p:cNvPr id="11" name="TextBox 10">
            <a:extLst>
              <a:ext uri="{FF2B5EF4-FFF2-40B4-BE49-F238E27FC236}">
                <a16:creationId xmlns:a16="http://schemas.microsoft.com/office/drawing/2014/main" id="{B904F78F-177C-9C4C-D5C3-DF1FFC3CAA40}"/>
              </a:ext>
            </a:extLst>
          </p:cNvPr>
          <p:cNvSpPr txBox="1"/>
          <p:nvPr/>
        </p:nvSpPr>
        <p:spPr>
          <a:xfrm>
            <a:off x="1203975" y="990616"/>
            <a:ext cx="2050561" cy="646331"/>
          </a:xfrm>
          <a:prstGeom prst="rect">
            <a:avLst/>
          </a:prstGeom>
          <a:noFill/>
        </p:spPr>
        <p:txBody>
          <a:bodyPr wrap="none" rtlCol="0">
            <a:spAutoFit/>
          </a:bodyPr>
          <a:lstStyle/>
          <a:p>
            <a:r>
              <a:rPr sz="1600" b="1"/>
              <a:t>Identified Modules</a:t>
            </a:r>
          </a:p>
        </p:txBody>
      </p:sp>
    </p:spTree>
    <p:extLst>
      <p:ext uri="{BB962C8B-B14F-4D97-AF65-F5344CB8AC3E}">
        <p14:creationId xmlns:p14="http://schemas.microsoft.com/office/powerpoint/2010/main" val="3643172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A4A79-47CB-7E06-B99F-F1EED5A275E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17701C4-6ECF-6721-A426-FB86A4EDC3BC}"/>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14B0AFD7-0198-3E7B-9F07-5673BFB517BF}"/>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9/23/2026</a:t>
            </a:r>
          </a:p>
        </p:txBody>
      </p:sp>
      <p:sp>
        <p:nvSpPr>
          <p:cNvPr id="4" name="Footer Placeholder 3">
            <a:extLst>
              <a:ext uri="{FF2B5EF4-FFF2-40B4-BE49-F238E27FC236}">
                <a16:creationId xmlns:a16="http://schemas.microsoft.com/office/drawing/2014/main" id="{6DAF9691-4CCB-33FC-111D-FCD58D26C62F}"/>
              </a:ext>
            </a:extLst>
          </p:cNvPr>
          <p:cNvSpPr>
            <a:spLocks noGrp="1"/>
          </p:cNvSpPr>
          <p:nvPr>
            <p:ph type="ftr" sz="quarter" idx="11"/>
          </p:nvPr>
        </p:nvSpPr>
        <p:spPr/>
        <p:txBody>
          <a:bodyPr/>
          <a:lstStyle/>
          <a:p>
            <a:r>
              <a:rPr sz="1200"/>
              <a:t>LogiSphere Project Review-2</a:t>
            </a:r>
          </a:p>
        </p:txBody>
      </p:sp>
      <p:sp>
        <p:nvSpPr>
          <p:cNvPr id="6" name="Slide Number Placeholder 5">
            <a:extLst>
              <a:ext uri="{FF2B5EF4-FFF2-40B4-BE49-F238E27FC236}">
                <a16:creationId xmlns:a16="http://schemas.microsoft.com/office/drawing/2014/main" id="{5A7CAFF7-5DCF-D7E9-CDA6-2384F0BFC696}"/>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EE357598-E031-1ECB-04A5-D1480F7AEB34}"/>
              </a:ext>
            </a:extLst>
          </p:cNvPr>
          <p:cNvSpPr/>
          <p:nvPr/>
        </p:nvSpPr>
        <p:spPr>
          <a:xfrm>
            <a:off x="2703871" y="268328"/>
            <a:ext cx="590672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200" b="1"/>
              <a:t>Core Module: Product, Inventory &amp; Order Analysis</a:t>
            </a:r>
            <a:endParaRPr lang="en-US" sz="20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745B2A3-3AD6-6B09-F6B4-8BD5613ED9A7}"/>
              </a:ext>
            </a:extLst>
          </p:cNvPr>
          <p:cNvSpPr txBox="1"/>
          <p:nvPr/>
        </p:nvSpPr>
        <p:spPr>
          <a:xfrm>
            <a:off x="857432" y="1391380"/>
            <a:ext cx="3200400" cy="3970318"/>
          </a:xfrm>
          <a:prstGeom prst="rect">
            <a:avLst/>
          </a:prstGeom>
          <a:noFill/>
        </p:spPr>
        <p:txBody>
          <a:bodyPr wrap="square" rtlCol="0">
            <a:spAutoFit/>
          </a:bodyPr>
          <a:lstStyle/>
          <a:p>
            <a:pPr marL="342900" indent="-342900">
              <a:buAutoNum type="arabicPeriod"/>
            </a:pPr>
            <a:r>
              <a:rPr sz="1400" dirty="0">
                <a:latin typeface="Times New Roman" panose="02020603050405020304" pitchFamily="18" charset="0"/>
                <a:cs typeface="Times New Roman" panose="02020603050405020304" pitchFamily="18" charset="0"/>
              </a:rPr>
              <a:t>1. Product Management</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Supplier Details</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Product Information</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Product Category</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Price &amp; Quantity</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Example:</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Product Name : HP Laptop 15</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Brand        : HP</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Category     : Laptops</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Price        : ₹54,999</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Supplier     : Sharma Electronics</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Location     : </a:t>
            </a:r>
            <a:r>
              <a:rPr sz="1400" dirty="0" err="1">
                <a:latin typeface="Times New Roman" panose="02020603050405020304" pitchFamily="18" charset="0"/>
                <a:cs typeface="Times New Roman" panose="02020603050405020304" pitchFamily="18" charset="0"/>
              </a:rPr>
              <a:t>Bachupally</a:t>
            </a:r>
            <a:r>
              <a:rPr sz="1400" dirty="0">
                <a:latin typeface="Times New Roman" panose="02020603050405020304" pitchFamily="18" charset="0"/>
                <a:cs typeface="Times New Roman" panose="02020603050405020304" pitchFamily="18" charset="0"/>
              </a:rPr>
              <a:t>, Hyderabad</a:t>
            </a:r>
          </a:p>
        </p:txBody>
      </p:sp>
      <p:sp>
        <p:nvSpPr>
          <p:cNvPr id="7" name="TextBox 6">
            <a:extLst>
              <a:ext uri="{FF2B5EF4-FFF2-40B4-BE49-F238E27FC236}">
                <a16:creationId xmlns:a16="http://schemas.microsoft.com/office/drawing/2014/main" id="{D43F7CAE-E13F-3AB1-8995-49D274186127}"/>
              </a:ext>
            </a:extLst>
          </p:cNvPr>
          <p:cNvSpPr txBox="1"/>
          <p:nvPr/>
        </p:nvSpPr>
        <p:spPr>
          <a:xfrm>
            <a:off x="4038600" y="1391380"/>
            <a:ext cx="2824748" cy="3939540"/>
          </a:xfrm>
          <a:prstGeom prst="rect">
            <a:avLst/>
          </a:prstGeom>
          <a:noFill/>
        </p:spPr>
        <p:txBody>
          <a:bodyPr wrap="none" rtlCol="0">
            <a:spAutoFit/>
          </a:bodyPr>
          <a:lstStyle/>
          <a:p>
            <a:r>
              <a:rPr sz="1400" dirty="0">
                <a:latin typeface="Times New Roman" panose="02020603050405020304" pitchFamily="18" charset="0"/>
                <a:cs typeface="Times New Roman" panose="02020603050405020304" pitchFamily="18" charset="0"/>
              </a:rPr>
              <a:t>2. Inventory Analysis</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Product Stock</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Check Available Quantity</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Stock Validation</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Update Inventory</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Example:</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Initial Stock   : 50</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Customer Order  : 2</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Available Stock : 48</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If Requested &gt; Available:</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Insufficient Stock → Order Rejected</a:t>
            </a:r>
          </a:p>
        </p:txBody>
      </p:sp>
      <p:sp>
        <p:nvSpPr>
          <p:cNvPr id="8" name="TextBox 7">
            <a:extLst>
              <a:ext uri="{FF2B5EF4-FFF2-40B4-BE49-F238E27FC236}">
                <a16:creationId xmlns:a16="http://schemas.microsoft.com/office/drawing/2014/main" id="{00A9037F-FAB4-0150-160F-418C7D18E626}"/>
              </a:ext>
            </a:extLst>
          </p:cNvPr>
          <p:cNvSpPr txBox="1"/>
          <p:nvPr/>
        </p:nvSpPr>
        <p:spPr>
          <a:xfrm>
            <a:off x="7713873" y="1391380"/>
            <a:ext cx="2364493" cy="4308872"/>
          </a:xfrm>
          <a:prstGeom prst="rect">
            <a:avLst/>
          </a:prstGeom>
          <a:noFill/>
        </p:spPr>
        <p:txBody>
          <a:bodyPr wrap="none" rtlCol="0">
            <a:spAutoFit/>
          </a:bodyPr>
          <a:lstStyle/>
          <a:p>
            <a:r>
              <a:rPr sz="1400" dirty="0">
                <a:latin typeface="Times New Roman" panose="02020603050405020304" pitchFamily="18" charset="0"/>
                <a:cs typeface="Times New Roman" panose="02020603050405020304" pitchFamily="18" charset="0"/>
              </a:rPr>
              <a:t>3. Order &amp; Shipment Analysis</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Customer Order</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Validate Inventory</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Deduct Stock</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Create Order</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Create Shipment</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Example:</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Customer       : Test Customer</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Product        : HP Laptop 15</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Quantity       : 2</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Order Status   : PLACED</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Inventory      : 50 → 48</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Shipment       : CREATED</a:t>
            </a:r>
          </a:p>
        </p:txBody>
      </p:sp>
      <p:sp>
        <p:nvSpPr>
          <p:cNvPr id="9" name="TextBox 8">
            <a:extLst>
              <a:ext uri="{FF2B5EF4-FFF2-40B4-BE49-F238E27FC236}">
                <a16:creationId xmlns:a16="http://schemas.microsoft.com/office/drawing/2014/main" id="{EEB42296-DB48-D08B-8844-03F06513378D}"/>
              </a:ext>
            </a:extLst>
          </p:cNvPr>
          <p:cNvSpPr txBox="1"/>
          <p:nvPr/>
        </p:nvSpPr>
        <p:spPr>
          <a:xfrm>
            <a:off x="857432" y="5654086"/>
            <a:ext cx="9967537" cy="523220"/>
          </a:xfrm>
          <a:prstGeom prst="rect">
            <a:avLst/>
          </a:prstGeom>
          <a:noFill/>
        </p:spPr>
        <p:txBody>
          <a:bodyPr wrap="none" rtlCol="0">
            <a:spAutoFit/>
          </a:bodyPr>
          <a:lstStyle/>
          <a:p>
            <a:r>
              <a:rPr sz="1400" b="1" dirty="0">
                <a:latin typeface="Times New Roman" panose="02020603050405020304" pitchFamily="18" charset="0"/>
                <a:cs typeface="Times New Roman" panose="02020603050405020304" pitchFamily="18" charset="0"/>
              </a:rPr>
              <a:t>The integrated product, inventory and order modules ensure accurate stock management, prevent insufficient-stock orders, and</a:t>
            </a:r>
            <a:endParaRPr lang="en-US" sz="1400" b="1" dirty="0">
              <a:latin typeface="Times New Roman" panose="02020603050405020304" pitchFamily="18" charset="0"/>
              <a:cs typeface="Times New Roman" panose="02020603050405020304" pitchFamily="18" charset="0"/>
            </a:endParaRPr>
          </a:p>
          <a:p>
            <a:r>
              <a:rPr sz="1400" b="1" dirty="0">
                <a:latin typeface="Times New Roman" panose="02020603050405020304" pitchFamily="18" charset="0"/>
                <a:cs typeface="Times New Roman" panose="02020603050405020304" pitchFamily="18" charset="0"/>
              </a:rPr>
              <a:t> support seamless shipment creation in </a:t>
            </a:r>
            <a:r>
              <a:rPr sz="1400" b="1" dirty="0" err="1">
                <a:latin typeface="Times New Roman" panose="02020603050405020304" pitchFamily="18" charset="0"/>
                <a:cs typeface="Times New Roman" panose="02020603050405020304" pitchFamily="18" charset="0"/>
              </a:rPr>
              <a:t>LogiSphere</a:t>
            </a:r>
            <a:r>
              <a:rPr sz="1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96194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108788A6-87D6-D1AD-CD09-882273D2CDE8}"/>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9/23/2026</a:t>
            </a:r>
          </a:p>
        </p:txBody>
      </p:sp>
      <p:sp>
        <p:nvSpPr>
          <p:cNvPr id="4" name="Footer Placeholder 3">
            <a:extLst>
              <a:ext uri="{FF2B5EF4-FFF2-40B4-BE49-F238E27FC236}">
                <a16:creationId xmlns:a16="http://schemas.microsoft.com/office/drawing/2014/main" id="{6964A259-1A89-35BF-04C0-AB6DECF4E007}"/>
              </a:ext>
            </a:extLst>
          </p:cNvPr>
          <p:cNvSpPr>
            <a:spLocks noGrp="1"/>
          </p:cNvSpPr>
          <p:nvPr>
            <p:ph type="ftr" sz="quarter" idx="11"/>
          </p:nvPr>
        </p:nvSpPr>
        <p:spPr/>
        <p:txBody>
          <a:bodyPr/>
          <a:lstStyle/>
          <a:p>
            <a:r>
              <a:rPr sz="1200"/>
              <a:t>LogiSphere Project Review-2</a:t>
            </a:r>
          </a:p>
        </p:txBody>
      </p:sp>
      <p:sp>
        <p:nvSpPr>
          <p:cNvPr id="6" name="Slide Number Placeholder 5">
            <a:extLst>
              <a:ext uri="{FF2B5EF4-FFF2-40B4-BE49-F238E27FC236}">
                <a16:creationId xmlns:a16="http://schemas.microsoft.com/office/drawing/2014/main" id="{0295C214-DB26-4476-F790-7E558BB673EA}"/>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8</a:t>
            </a:fld>
            <a:endParaRPr lang="en-US">
              <a:latin typeface="Times New Roman" panose="02020603050405020304" pitchFamily="18" charset="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26FE5EF9-EC7B-4BF5-92FE-E68EC6C8C5B2}"/>
              </a:ext>
            </a:extLst>
          </p:cNvPr>
          <p:cNvSpPr/>
          <p:nvPr/>
        </p:nvSpPr>
        <p:spPr>
          <a:xfrm>
            <a:off x="2682240"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200" b="1"/>
              <a:t>Core Module: Adaptive Risk &amp; Decision</a:t>
            </a:r>
            <a:endParaRPr lang="en-US" sz="24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11C0C61-86E7-F548-A175-B4FD573F290E}"/>
              </a:ext>
            </a:extLst>
          </p:cNvPr>
          <p:cNvSpPr txBox="1"/>
          <p:nvPr/>
        </p:nvSpPr>
        <p:spPr>
          <a:xfrm>
            <a:off x="352926" y="844968"/>
            <a:ext cx="5983706" cy="3447098"/>
          </a:xfrm>
          <a:prstGeom prst="rect">
            <a:avLst/>
          </a:prstGeom>
          <a:noFill/>
        </p:spPr>
        <p:txBody>
          <a:bodyPr wrap="square" rtlCol="0">
            <a:spAutoFit/>
          </a:bodyPr>
          <a:lstStyle/>
          <a:p>
            <a:r>
              <a:rPr sz="1400" dirty="0">
                <a:latin typeface="Times New Roman" panose="02020603050405020304" pitchFamily="18" charset="0"/>
                <a:cs typeface="Times New Roman" panose="02020603050405020304" pitchFamily="18" charset="0"/>
              </a:rPr>
              <a:t>Risk Calculation</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The initial implementation will use a rule-based adaptive decision engine.</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Inventory Condition</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Shipment Delay</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Delivery Workload</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Order Priority</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Resource Availability</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Adaptive Risk Score</a:t>
            </a:r>
          </a:p>
        </p:txBody>
      </p:sp>
      <p:sp>
        <p:nvSpPr>
          <p:cNvPr id="7" name="TextBox 6">
            <a:extLst>
              <a:ext uri="{FF2B5EF4-FFF2-40B4-BE49-F238E27FC236}">
                <a16:creationId xmlns:a16="http://schemas.microsoft.com/office/drawing/2014/main" id="{B300B306-E6F4-7741-849B-9E4C68B2FCB0}"/>
              </a:ext>
            </a:extLst>
          </p:cNvPr>
          <p:cNvSpPr txBox="1"/>
          <p:nvPr/>
        </p:nvSpPr>
        <p:spPr>
          <a:xfrm>
            <a:off x="352926" y="4339323"/>
            <a:ext cx="5743074" cy="1877437"/>
          </a:xfrm>
          <a:prstGeom prst="rect">
            <a:avLst/>
          </a:prstGeom>
          <a:noFill/>
        </p:spPr>
        <p:txBody>
          <a:bodyPr wrap="square" rtlCol="0">
            <a:spAutoFit/>
          </a:bodyPr>
          <a:lstStyle/>
          <a:p>
            <a:r>
              <a:rPr sz="1400" dirty="0">
                <a:latin typeface="Times New Roman" panose="02020603050405020304" pitchFamily="18" charset="0"/>
                <a:cs typeface="Times New Roman" panose="02020603050405020304" pitchFamily="18" charset="0"/>
              </a:rPr>
              <a:t>Adaptive Decision</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0–30    → LOW       → Normal Processing</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31–60   → MEDIUM    → Monitor Closely</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61–80   → HIGH      → Take Adaptive Action</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81–100  → CRITICAL  → Immediate Intervention</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This rule-based approach is proposed for the initial implementation of the adaptive logistics module.</a:t>
            </a:r>
          </a:p>
        </p:txBody>
      </p:sp>
      <p:graphicFrame>
        <p:nvGraphicFramePr>
          <p:cNvPr id="9" name="Table 8">
            <a:extLst>
              <a:ext uri="{FF2B5EF4-FFF2-40B4-BE49-F238E27FC236}">
                <a16:creationId xmlns:a16="http://schemas.microsoft.com/office/drawing/2014/main" id="{CA958E24-F31B-7D03-B372-B7AE5230104B}"/>
              </a:ext>
            </a:extLst>
          </p:cNvPr>
          <p:cNvGraphicFramePr>
            <a:graphicFrameLocks noGrp="1"/>
          </p:cNvGraphicFramePr>
          <p:nvPr>
            <p:extLst>
              <p:ext uri="{D42A27DB-BD31-4B8C-83A1-F6EECF244321}">
                <p14:modId xmlns:p14="http://schemas.microsoft.com/office/powerpoint/2010/main" val="2073177570"/>
              </p:ext>
            </p:extLst>
          </p:nvPr>
        </p:nvGraphicFramePr>
        <p:xfrm>
          <a:off x="6257880" y="2297992"/>
          <a:ext cx="4844846" cy="2560320"/>
        </p:xfrm>
        <a:graphic>
          <a:graphicData uri="http://schemas.openxmlformats.org/drawingml/2006/table">
            <a:tbl>
              <a:tblPr>
                <a:tableStyleId>{C4B1156A-380E-4F78-BDF5-A606A8083BF9}</a:tableStyleId>
              </a:tblPr>
              <a:tblGrid>
                <a:gridCol w="2422423">
                  <a:extLst>
                    <a:ext uri="{9D8B030D-6E8A-4147-A177-3AD203B41FA5}">
                      <a16:colId xmlns:a16="http://schemas.microsoft.com/office/drawing/2014/main" val="1328477526"/>
                    </a:ext>
                  </a:extLst>
                </a:gridCol>
                <a:gridCol w="2422423">
                  <a:extLst>
                    <a:ext uri="{9D8B030D-6E8A-4147-A177-3AD203B41FA5}">
                      <a16:colId xmlns:a16="http://schemas.microsoft.com/office/drawing/2014/main" val="2895043288"/>
                    </a:ext>
                  </a:extLst>
                </a:gridCol>
              </a:tblGrid>
              <a:tr h="0">
                <a:tc>
                  <a:txBody>
                    <a:bodyPr/>
                    <a:lstStyle/>
                    <a:p>
                      <a:r>
                        <a:rPr sz="1500" b="1">
                          <a:latin typeface="Times New Roman" panose="02020603050405020304" pitchFamily="18" charset="0"/>
                          <a:cs typeface="Times New Roman" panose="02020603050405020304" pitchFamily="18" charset="0"/>
                        </a:rPr>
                        <a:t>Risk Factor</a:t>
                      </a:r>
                    </a:p>
                  </a:txBody>
                  <a:tcPr anchor="ctr">
                    <a:solidFill>
                      <a:srgbClr val="FFFF00"/>
                    </a:solidFill>
                  </a:tcPr>
                </a:tc>
                <a:tc>
                  <a:txBody>
                    <a:bodyPr/>
                    <a:lstStyle/>
                    <a:p>
                      <a:r>
                        <a:rPr sz="1500" b="1">
                          <a:latin typeface="Times New Roman" panose="02020603050405020304" pitchFamily="18" charset="0"/>
                          <a:cs typeface="Times New Roman" panose="02020603050405020304" pitchFamily="18" charset="0"/>
                        </a:rPr>
                        <a:t>Score</a:t>
                      </a:r>
                    </a:p>
                  </a:txBody>
                  <a:tcPr anchor="ctr">
                    <a:solidFill>
                      <a:srgbClr val="FFFF00"/>
                    </a:solidFill>
                  </a:tcPr>
                </a:tc>
                <a:extLst>
                  <a:ext uri="{0D108BD9-81ED-4DB2-BD59-A6C34878D82A}">
                    <a16:rowId xmlns:a16="http://schemas.microsoft.com/office/drawing/2014/main" val="1053907407"/>
                  </a:ext>
                </a:extLst>
              </a:tr>
              <a:tr h="0">
                <a:tc>
                  <a:txBody>
                    <a:bodyPr/>
                    <a:lstStyle/>
                    <a:p>
                      <a:r>
                        <a:rPr sz="1500" b="1">
                          <a:latin typeface="Times New Roman" panose="02020603050405020304" pitchFamily="18" charset="0"/>
                          <a:cs typeface="Times New Roman" panose="02020603050405020304" pitchFamily="18" charset="0"/>
                        </a:rPr>
                        <a:t>Low Inventory</a:t>
                      </a:r>
                    </a:p>
                  </a:txBody>
                  <a:tcPr anchor="ctr"/>
                </a:tc>
                <a:tc>
                  <a:txBody>
                    <a:bodyPr/>
                    <a:lstStyle/>
                    <a:p>
                      <a:r>
                        <a:rPr sz="1500" b="0">
                          <a:latin typeface="Times New Roman" panose="02020603050405020304" pitchFamily="18" charset="0"/>
                          <a:cs typeface="Times New Roman" panose="02020603050405020304" pitchFamily="18" charset="0"/>
                        </a:rPr>
                        <a:t>+20</a:t>
                      </a:r>
                    </a:p>
                  </a:txBody>
                  <a:tcPr anchor="ctr"/>
                </a:tc>
                <a:extLst>
                  <a:ext uri="{0D108BD9-81ED-4DB2-BD59-A6C34878D82A}">
                    <a16:rowId xmlns:a16="http://schemas.microsoft.com/office/drawing/2014/main" val="2400644242"/>
                  </a:ext>
                </a:extLst>
              </a:tr>
              <a:tr h="0">
                <a:tc>
                  <a:txBody>
                    <a:bodyPr/>
                    <a:lstStyle/>
                    <a:p>
                      <a:r>
                        <a:rPr sz="1500" b="1">
                          <a:latin typeface="Times New Roman" panose="02020603050405020304" pitchFamily="18" charset="0"/>
                          <a:cs typeface="Times New Roman" panose="02020603050405020304" pitchFamily="18" charset="0"/>
                        </a:rPr>
                        <a:t>Shipment Delay</a:t>
                      </a:r>
                    </a:p>
                  </a:txBody>
                  <a:tcPr anchor="ctr"/>
                </a:tc>
                <a:tc>
                  <a:txBody>
                    <a:bodyPr/>
                    <a:lstStyle/>
                    <a:p>
                      <a:r>
                        <a:rPr sz="1500" b="0">
                          <a:latin typeface="Times New Roman" panose="02020603050405020304" pitchFamily="18" charset="0"/>
                          <a:cs typeface="Times New Roman" panose="02020603050405020304" pitchFamily="18" charset="0"/>
                        </a:rPr>
                        <a:t>+20</a:t>
                      </a:r>
                    </a:p>
                  </a:txBody>
                  <a:tcPr anchor="ctr"/>
                </a:tc>
                <a:extLst>
                  <a:ext uri="{0D108BD9-81ED-4DB2-BD59-A6C34878D82A}">
                    <a16:rowId xmlns:a16="http://schemas.microsoft.com/office/drawing/2014/main" val="2619818066"/>
                  </a:ext>
                </a:extLst>
              </a:tr>
              <a:tr h="0">
                <a:tc>
                  <a:txBody>
                    <a:bodyPr/>
                    <a:lstStyle/>
                    <a:p>
                      <a:r>
                        <a:rPr sz="1500" b="1">
                          <a:latin typeface="Times New Roman" panose="02020603050405020304" pitchFamily="18" charset="0"/>
                          <a:cs typeface="Times New Roman" panose="02020603050405020304" pitchFamily="18" charset="0"/>
                        </a:rPr>
                        <a:t>High Delivery Workload</a:t>
                      </a:r>
                    </a:p>
                  </a:txBody>
                  <a:tcPr anchor="ctr"/>
                </a:tc>
                <a:tc>
                  <a:txBody>
                    <a:bodyPr/>
                    <a:lstStyle/>
                    <a:p>
                      <a:r>
                        <a:rPr sz="1500" b="0">
                          <a:latin typeface="Times New Roman" panose="02020603050405020304" pitchFamily="18" charset="0"/>
                          <a:cs typeface="Times New Roman" panose="02020603050405020304" pitchFamily="18" charset="0"/>
                        </a:rPr>
                        <a:t>+15</a:t>
                      </a:r>
                    </a:p>
                  </a:txBody>
                  <a:tcPr anchor="ctr"/>
                </a:tc>
                <a:extLst>
                  <a:ext uri="{0D108BD9-81ED-4DB2-BD59-A6C34878D82A}">
                    <a16:rowId xmlns:a16="http://schemas.microsoft.com/office/drawing/2014/main" val="2888570064"/>
                  </a:ext>
                </a:extLst>
              </a:tr>
              <a:tr h="0">
                <a:tc>
                  <a:txBody>
                    <a:bodyPr/>
                    <a:lstStyle/>
                    <a:p>
                      <a:r>
                        <a:rPr sz="1500" b="1" dirty="0">
                          <a:latin typeface="Times New Roman" panose="02020603050405020304" pitchFamily="18" charset="0"/>
                          <a:cs typeface="Times New Roman" panose="02020603050405020304" pitchFamily="18" charset="0"/>
                        </a:rPr>
                        <a:t>High-Priority Order</a:t>
                      </a:r>
                    </a:p>
                  </a:txBody>
                  <a:tcPr anchor="ctr"/>
                </a:tc>
                <a:tc>
                  <a:txBody>
                    <a:bodyPr/>
                    <a:lstStyle/>
                    <a:p>
                      <a:r>
                        <a:rPr sz="1500" b="0">
                          <a:latin typeface="Times New Roman" panose="02020603050405020304" pitchFamily="18" charset="0"/>
                          <a:cs typeface="Times New Roman" panose="02020603050405020304" pitchFamily="18" charset="0"/>
                        </a:rPr>
                        <a:t>+15</a:t>
                      </a:r>
                    </a:p>
                  </a:txBody>
                  <a:tcPr anchor="ctr"/>
                </a:tc>
                <a:extLst>
                  <a:ext uri="{0D108BD9-81ED-4DB2-BD59-A6C34878D82A}">
                    <a16:rowId xmlns:a16="http://schemas.microsoft.com/office/drawing/2014/main" val="2850889094"/>
                  </a:ext>
                </a:extLst>
              </a:tr>
              <a:tr h="0">
                <a:tc>
                  <a:txBody>
                    <a:bodyPr/>
                    <a:lstStyle/>
                    <a:p>
                      <a:r>
                        <a:rPr sz="1500" b="1">
                          <a:latin typeface="Times New Roman" panose="02020603050405020304" pitchFamily="18" charset="0"/>
                          <a:cs typeface="Times New Roman" panose="02020603050405020304" pitchFamily="18" charset="0"/>
                        </a:rPr>
                        <a:t>Resource Shortage</a:t>
                      </a:r>
                    </a:p>
                  </a:txBody>
                  <a:tcPr anchor="ctr"/>
                </a:tc>
                <a:tc>
                  <a:txBody>
                    <a:bodyPr/>
                    <a:lstStyle/>
                    <a:p>
                      <a:r>
                        <a:rPr sz="1500" b="0">
                          <a:latin typeface="Times New Roman" panose="02020603050405020304" pitchFamily="18" charset="0"/>
                          <a:cs typeface="Times New Roman" panose="02020603050405020304" pitchFamily="18" charset="0"/>
                        </a:rPr>
                        <a:t>+20</a:t>
                      </a:r>
                    </a:p>
                  </a:txBody>
                  <a:tcPr anchor="ctr"/>
                </a:tc>
                <a:extLst>
                  <a:ext uri="{0D108BD9-81ED-4DB2-BD59-A6C34878D82A}">
                    <a16:rowId xmlns:a16="http://schemas.microsoft.com/office/drawing/2014/main" val="3486284333"/>
                  </a:ext>
                </a:extLst>
              </a:tr>
              <a:tr h="0">
                <a:tc>
                  <a:txBody>
                    <a:bodyPr/>
                    <a:lstStyle/>
                    <a:p>
                      <a:r>
                        <a:rPr sz="1500" b="1">
                          <a:latin typeface="Times New Roman" panose="02020603050405020304" pitchFamily="18" charset="0"/>
                          <a:cs typeface="Times New Roman" panose="02020603050405020304" pitchFamily="18" charset="0"/>
                        </a:rPr>
                        <a:t>Operational Alert</a:t>
                      </a:r>
                    </a:p>
                  </a:txBody>
                  <a:tcPr anchor="ctr"/>
                </a:tc>
                <a:tc>
                  <a:txBody>
                    <a:bodyPr/>
                    <a:lstStyle/>
                    <a:p>
                      <a:r>
                        <a:rPr sz="1500" b="0">
                          <a:latin typeface="Times New Roman" panose="02020603050405020304" pitchFamily="18" charset="0"/>
                          <a:cs typeface="Times New Roman" panose="02020603050405020304" pitchFamily="18" charset="0"/>
                        </a:rPr>
                        <a:t>+10</a:t>
                      </a:r>
                    </a:p>
                  </a:txBody>
                  <a:tcPr anchor="ctr"/>
                </a:tc>
                <a:extLst>
                  <a:ext uri="{0D108BD9-81ED-4DB2-BD59-A6C34878D82A}">
                    <a16:rowId xmlns:a16="http://schemas.microsoft.com/office/drawing/2014/main" val="3316649126"/>
                  </a:ext>
                </a:extLst>
              </a:tr>
              <a:tr h="0">
                <a:tc>
                  <a:txBody>
                    <a:bodyPr/>
                    <a:lstStyle/>
                    <a:p>
                      <a:r>
                        <a:rPr sz="1500" b="1">
                          <a:latin typeface="Times New Roman" panose="02020603050405020304" pitchFamily="18" charset="0"/>
                          <a:cs typeface="Times New Roman" panose="02020603050405020304" pitchFamily="18" charset="0"/>
                        </a:rPr>
                        <a:t>Total Risk Score</a:t>
                      </a:r>
                    </a:p>
                  </a:txBody>
                  <a:tcPr anchor="ctr"/>
                </a:tc>
                <a:tc>
                  <a:txBody>
                    <a:bodyPr/>
                    <a:lstStyle/>
                    <a:p>
                      <a:r>
                        <a:rPr sz="1500" b="0" dirty="0">
                          <a:latin typeface="Times New Roman" panose="02020603050405020304" pitchFamily="18" charset="0"/>
                          <a:cs typeface="Times New Roman" panose="02020603050405020304" pitchFamily="18" charset="0"/>
                        </a:rPr>
                        <a:t>100</a:t>
                      </a:r>
                    </a:p>
                  </a:txBody>
                  <a:tcPr anchor="ctr"/>
                </a:tc>
                <a:extLst>
                  <a:ext uri="{0D108BD9-81ED-4DB2-BD59-A6C34878D82A}">
                    <a16:rowId xmlns:a16="http://schemas.microsoft.com/office/drawing/2014/main" val="689029014"/>
                  </a:ext>
                </a:extLst>
              </a:tr>
            </a:tbl>
          </a:graphicData>
        </a:graphic>
      </p:graphicFrame>
      <p:sp>
        <p:nvSpPr>
          <p:cNvPr id="10" name="TextBox 9">
            <a:extLst>
              <a:ext uri="{FF2B5EF4-FFF2-40B4-BE49-F238E27FC236}">
                <a16:creationId xmlns:a16="http://schemas.microsoft.com/office/drawing/2014/main" id="{284EF6FE-F808-6D1F-D617-01D4D8635E9D}"/>
              </a:ext>
            </a:extLst>
          </p:cNvPr>
          <p:cNvSpPr txBox="1"/>
          <p:nvPr/>
        </p:nvSpPr>
        <p:spPr>
          <a:xfrm>
            <a:off x="6257880" y="1928660"/>
            <a:ext cx="1208664" cy="369332"/>
          </a:xfrm>
          <a:prstGeom prst="rect">
            <a:avLst/>
          </a:prstGeom>
          <a:noFill/>
        </p:spPr>
        <p:txBody>
          <a:bodyPr wrap="none" rtlCol="0">
            <a:spAutoFit/>
          </a:bodyPr>
          <a:lstStyle/>
          <a:p>
            <a:r>
              <a:rPr sz="1400" b="1"/>
              <a:t>Example:</a:t>
            </a:r>
          </a:p>
        </p:txBody>
      </p:sp>
    </p:spTree>
    <p:extLst>
      <p:ext uri="{BB962C8B-B14F-4D97-AF65-F5344CB8AC3E}">
        <p14:creationId xmlns:p14="http://schemas.microsoft.com/office/powerpoint/2010/main" val="3524135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FFF90-2883-E0D8-3675-32A239E6A7A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D521D56-642E-7012-CD6C-3E67B1085497}"/>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4068BC68-6D6F-10CA-A052-8DBD498E065C}"/>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9/23/2026</a:t>
            </a:r>
          </a:p>
        </p:txBody>
      </p:sp>
      <p:sp>
        <p:nvSpPr>
          <p:cNvPr id="4" name="Footer Placeholder 3">
            <a:extLst>
              <a:ext uri="{FF2B5EF4-FFF2-40B4-BE49-F238E27FC236}">
                <a16:creationId xmlns:a16="http://schemas.microsoft.com/office/drawing/2014/main" id="{DA3392B8-32E6-40BD-AD07-F98EE8B5DA5E}"/>
              </a:ext>
            </a:extLst>
          </p:cNvPr>
          <p:cNvSpPr>
            <a:spLocks noGrp="1"/>
          </p:cNvSpPr>
          <p:nvPr>
            <p:ph type="ftr" sz="quarter" idx="11"/>
          </p:nvPr>
        </p:nvSpPr>
        <p:spPr/>
        <p:txBody>
          <a:bodyPr/>
          <a:lstStyle/>
          <a:p>
            <a:r>
              <a:rPr sz="1200"/>
              <a:t>LogiSphere Project Review-2</a:t>
            </a:r>
          </a:p>
        </p:txBody>
      </p:sp>
      <p:sp>
        <p:nvSpPr>
          <p:cNvPr id="6" name="Slide Number Placeholder 5">
            <a:extLst>
              <a:ext uri="{FF2B5EF4-FFF2-40B4-BE49-F238E27FC236}">
                <a16:creationId xmlns:a16="http://schemas.microsoft.com/office/drawing/2014/main" id="{D3BBAE6A-A41E-4418-C91E-DA3F07C1F80B}"/>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9</a:t>
            </a:fld>
            <a:endParaRPr lang="en-US">
              <a:latin typeface="Times New Roman" panose="02020603050405020304" pitchFamily="18" charset="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AC3B7142-CFB7-CE35-181F-428A80604A53}"/>
              </a:ext>
            </a:extLst>
          </p:cNvPr>
          <p:cNvSpPr/>
          <p:nvPr/>
        </p:nvSpPr>
        <p:spPr>
          <a:xfrm>
            <a:off x="2682240"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200" b="1"/>
              <a:t>Implementation</a:t>
            </a:r>
            <a:endPar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BA4C8E0-0076-79A9-FF5D-B0DC55D6B55C}"/>
              </a:ext>
            </a:extLst>
          </p:cNvPr>
          <p:cNvSpPr txBox="1"/>
          <p:nvPr/>
        </p:nvSpPr>
        <p:spPr>
          <a:xfrm>
            <a:off x="410906" y="844968"/>
            <a:ext cx="1913985" cy="369332"/>
          </a:xfrm>
          <a:prstGeom prst="rect">
            <a:avLst/>
          </a:prstGeom>
          <a:noFill/>
        </p:spPr>
        <p:txBody>
          <a:bodyPr wrap="none" rtlCol="0">
            <a:spAutoFit/>
          </a:bodyPr>
          <a:lstStyle/>
          <a:p>
            <a:r>
              <a:rPr sz="1600" b="1"/>
              <a:t>Technology Stack</a:t>
            </a:r>
          </a:p>
        </p:txBody>
      </p:sp>
      <p:graphicFrame>
        <p:nvGraphicFramePr>
          <p:cNvPr id="9" name="Table 8">
            <a:extLst>
              <a:ext uri="{FF2B5EF4-FFF2-40B4-BE49-F238E27FC236}">
                <a16:creationId xmlns:a16="http://schemas.microsoft.com/office/drawing/2014/main" id="{A44F0EDB-6E97-C7F0-8235-2F6FB05CE9E6}"/>
              </a:ext>
            </a:extLst>
          </p:cNvPr>
          <p:cNvGraphicFramePr>
            <a:graphicFrameLocks noGrp="1"/>
          </p:cNvGraphicFramePr>
          <p:nvPr>
            <p:extLst>
              <p:ext uri="{D42A27DB-BD31-4B8C-83A1-F6EECF244321}">
                <p14:modId xmlns:p14="http://schemas.microsoft.com/office/powerpoint/2010/main" val="103463242"/>
              </p:ext>
            </p:extLst>
          </p:nvPr>
        </p:nvGraphicFramePr>
        <p:xfrm>
          <a:off x="410906" y="1424992"/>
          <a:ext cx="7578062" cy="4351334"/>
        </p:xfrm>
        <a:graphic>
          <a:graphicData uri="http://schemas.openxmlformats.org/drawingml/2006/table">
            <a:tbl>
              <a:tblPr>
                <a:tableStyleId>{C4B1156A-380E-4F78-BDF5-A606A8083BF9}</a:tableStyleId>
              </a:tblPr>
              <a:tblGrid>
                <a:gridCol w="3789031">
                  <a:extLst>
                    <a:ext uri="{9D8B030D-6E8A-4147-A177-3AD203B41FA5}">
                      <a16:colId xmlns:a16="http://schemas.microsoft.com/office/drawing/2014/main" val="3862139285"/>
                    </a:ext>
                  </a:extLst>
                </a:gridCol>
                <a:gridCol w="3789031">
                  <a:extLst>
                    <a:ext uri="{9D8B030D-6E8A-4147-A177-3AD203B41FA5}">
                      <a16:colId xmlns:a16="http://schemas.microsoft.com/office/drawing/2014/main" val="4089869980"/>
                    </a:ext>
                  </a:extLst>
                </a:gridCol>
              </a:tblGrid>
              <a:tr h="334718">
                <a:tc>
                  <a:txBody>
                    <a:bodyPr/>
                    <a:lstStyle/>
                    <a:p>
                      <a:r>
                        <a:rPr sz="1400" b="1">
                          <a:latin typeface="Times New Roman" panose="02020603050405020304" pitchFamily="18" charset="0"/>
                          <a:cs typeface="Times New Roman" panose="02020603050405020304" pitchFamily="18" charset="0"/>
                        </a:rPr>
                        <a:t>Layer</a:t>
                      </a:r>
                    </a:p>
                  </a:txBody>
                  <a:tcPr marL="83680" marR="83680" marT="41840" marB="41840" anchor="ctr">
                    <a:solidFill>
                      <a:srgbClr val="FFFF00"/>
                    </a:solidFill>
                  </a:tcPr>
                </a:tc>
                <a:tc>
                  <a:txBody>
                    <a:bodyPr/>
                    <a:lstStyle/>
                    <a:p>
                      <a:r>
                        <a:rPr sz="1400" b="1">
                          <a:latin typeface="Times New Roman" panose="02020603050405020304" pitchFamily="18" charset="0"/>
                          <a:cs typeface="Times New Roman" panose="02020603050405020304" pitchFamily="18" charset="0"/>
                        </a:rPr>
                        <a:t>Technologies</a:t>
                      </a:r>
                    </a:p>
                  </a:txBody>
                  <a:tcPr marL="83680" marR="83680" marT="41840" marB="41840" anchor="ctr">
                    <a:solidFill>
                      <a:srgbClr val="FFFF00"/>
                    </a:solidFill>
                  </a:tcPr>
                </a:tc>
                <a:extLst>
                  <a:ext uri="{0D108BD9-81ED-4DB2-BD59-A6C34878D82A}">
                    <a16:rowId xmlns:a16="http://schemas.microsoft.com/office/drawing/2014/main" val="1893435614"/>
                  </a:ext>
                </a:extLst>
              </a:tr>
              <a:tr h="334718">
                <a:tc>
                  <a:txBody>
                    <a:bodyPr/>
                    <a:lstStyle/>
                    <a:p>
                      <a:r>
                        <a:rPr sz="1400" b="1">
                          <a:latin typeface="Times New Roman" panose="02020603050405020304" pitchFamily="18" charset="0"/>
                          <a:cs typeface="Times New Roman" panose="02020603050405020304" pitchFamily="18" charset="0"/>
                        </a:rPr>
                        <a:t>Frontend</a:t>
                      </a:r>
                    </a:p>
                  </a:txBody>
                  <a:tcPr marL="83680" marR="83680" marT="41840" marB="41840" anchor="ctr"/>
                </a:tc>
                <a:tc>
                  <a:txBody>
                    <a:bodyPr/>
                    <a:lstStyle/>
                    <a:p>
                      <a:r>
                        <a:rPr sz="1400" b="0">
                          <a:latin typeface="Times New Roman" panose="02020603050405020304" pitchFamily="18" charset="0"/>
                          <a:cs typeface="Times New Roman" panose="02020603050405020304" pitchFamily="18" charset="0"/>
                        </a:rPr>
                        <a:t>React.js</a:t>
                      </a:r>
                    </a:p>
                  </a:txBody>
                  <a:tcPr marL="83680" marR="83680" marT="41840" marB="41840" anchor="ctr"/>
                </a:tc>
                <a:extLst>
                  <a:ext uri="{0D108BD9-81ED-4DB2-BD59-A6C34878D82A}">
                    <a16:rowId xmlns:a16="http://schemas.microsoft.com/office/drawing/2014/main" val="2214248585"/>
                  </a:ext>
                </a:extLst>
              </a:tr>
              <a:tr h="334718">
                <a:tc>
                  <a:txBody>
                    <a:bodyPr/>
                    <a:lstStyle/>
                    <a:p>
                      <a:r>
                        <a:rPr sz="1400" b="1">
                          <a:latin typeface="Times New Roman" panose="02020603050405020304" pitchFamily="18" charset="0"/>
                          <a:cs typeface="Times New Roman" panose="02020603050405020304" pitchFamily="18" charset="0"/>
                        </a:rPr>
                        <a:t>Backend</a:t>
                      </a:r>
                    </a:p>
                  </a:txBody>
                  <a:tcPr marL="83680" marR="83680" marT="41840" marB="41840" anchor="ctr"/>
                </a:tc>
                <a:tc>
                  <a:txBody>
                    <a:bodyPr/>
                    <a:lstStyle/>
                    <a:p>
                      <a:r>
                        <a:rPr sz="1400" b="0">
                          <a:latin typeface="Times New Roman" panose="02020603050405020304" pitchFamily="18" charset="0"/>
                          <a:cs typeface="Times New Roman" panose="02020603050405020304" pitchFamily="18" charset="0"/>
                        </a:rPr>
                        <a:t>Java, Spring Boot</a:t>
                      </a:r>
                    </a:p>
                  </a:txBody>
                  <a:tcPr marL="83680" marR="83680" marT="41840" marB="41840" anchor="ctr"/>
                </a:tc>
                <a:extLst>
                  <a:ext uri="{0D108BD9-81ED-4DB2-BD59-A6C34878D82A}">
                    <a16:rowId xmlns:a16="http://schemas.microsoft.com/office/drawing/2014/main" val="3693114754"/>
                  </a:ext>
                </a:extLst>
              </a:tr>
              <a:tr h="334718">
                <a:tc>
                  <a:txBody>
                    <a:bodyPr/>
                    <a:lstStyle/>
                    <a:p>
                      <a:r>
                        <a:rPr sz="1400" b="1">
                          <a:latin typeface="Times New Roman" panose="02020603050405020304" pitchFamily="18" charset="0"/>
                          <a:cs typeface="Times New Roman" panose="02020603050405020304" pitchFamily="18" charset="0"/>
                        </a:rPr>
                        <a:t>Authentication</a:t>
                      </a:r>
                    </a:p>
                  </a:txBody>
                  <a:tcPr marL="83680" marR="83680" marT="41840" marB="41840" anchor="ctr"/>
                </a:tc>
                <a:tc>
                  <a:txBody>
                    <a:bodyPr/>
                    <a:lstStyle/>
                    <a:p>
                      <a:r>
                        <a:rPr sz="1400" b="0">
                          <a:latin typeface="Times New Roman" panose="02020603050405020304" pitchFamily="18" charset="0"/>
                          <a:cs typeface="Times New Roman" panose="02020603050405020304" pitchFamily="18" charset="0"/>
                        </a:rPr>
                        <a:t>Spring Security, JWT</a:t>
                      </a:r>
                    </a:p>
                  </a:txBody>
                  <a:tcPr marL="83680" marR="83680" marT="41840" marB="41840" anchor="ctr"/>
                </a:tc>
                <a:extLst>
                  <a:ext uri="{0D108BD9-81ED-4DB2-BD59-A6C34878D82A}">
                    <a16:rowId xmlns:a16="http://schemas.microsoft.com/office/drawing/2014/main" val="2310311365"/>
                  </a:ext>
                </a:extLst>
              </a:tr>
              <a:tr h="334718">
                <a:tc>
                  <a:txBody>
                    <a:bodyPr/>
                    <a:lstStyle/>
                    <a:p>
                      <a:r>
                        <a:rPr sz="1400" b="1">
                          <a:latin typeface="Times New Roman" panose="02020603050405020304" pitchFamily="18" charset="0"/>
                          <a:cs typeface="Times New Roman" panose="02020603050405020304" pitchFamily="18" charset="0"/>
                        </a:rPr>
                        <a:t>Database</a:t>
                      </a:r>
                    </a:p>
                  </a:txBody>
                  <a:tcPr marL="83680" marR="83680" marT="41840" marB="41840" anchor="ctr"/>
                </a:tc>
                <a:tc>
                  <a:txBody>
                    <a:bodyPr/>
                    <a:lstStyle/>
                    <a:p>
                      <a:r>
                        <a:rPr sz="1400" b="0">
                          <a:latin typeface="Times New Roman" panose="02020603050405020304" pitchFamily="18" charset="0"/>
                          <a:cs typeface="Times New Roman" panose="02020603050405020304" pitchFamily="18" charset="0"/>
                        </a:rPr>
                        <a:t>MySQL</a:t>
                      </a:r>
                    </a:p>
                  </a:txBody>
                  <a:tcPr marL="83680" marR="83680" marT="41840" marB="41840" anchor="ctr"/>
                </a:tc>
                <a:extLst>
                  <a:ext uri="{0D108BD9-81ED-4DB2-BD59-A6C34878D82A}">
                    <a16:rowId xmlns:a16="http://schemas.microsoft.com/office/drawing/2014/main" val="1184916438"/>
                  </a:ext>
                </a:extLst>
              </a:tr>
              <a:tr h="334718">
                <a:tc>
                  <a:txBody>
                    <a:bodyPr/>
                    <a:lstStyle/>
                    <a:p>
                      <a:r>
                        <a:rPr sz="1400" b="1">
                          <a:latin typeface="Times New Roman" panose="02020603050405020304" pitchFamily="18" charset="0"/>
                          <a:cs typeface="Times New Roman" panose="02020603050405020304" pitchFamily="18" charset="0"/>
                        </a:rPr>
                        <a:t>Architecture</a:t>
                      </a:r>
                    </a:p>
                  </a:txBody>
                  <a:tcPr marL="83680" marR="83680" marT="41840" marB="41840" anchor="ctr"/>
                </a:tc>
                <a:tc>
                  <a:txBody>
                    <a:bodyPr/>
                    <a:lstStyle/>
                    <a:p>
                      <a:r>
                        <a:rPr sz="1400" b="0">
                          <a:latin typeface="Times New Roman" panose="02020603050405020304" pitchFamily="18" charset="0"/>
                          <a:cs typeface="Times New Roman" panose="02020603050405020304" pitchFamily="18" charset="0"/>
                        </a:rPr>
                        <a:t>Microservices</a:t>
                      </a:r>
                    </a:p>
                  </a:txBody>
                  <a:tcPr marL="83680" marR="83680" marT="41840" marB="41840" anchor="ctr"/>
                </a:tc>
                <a:extLst>
                  <a:ext uri="{0D108BD9-81ED-4DB2-BD59-A6C34878D82A}">
                    <a16:rowId xmlns:a16="http://schemas.microsoft.com/office/drawing/2014/main" val="1934056120"/>
                  </a:ext>
                </a:extLst>
              </a:tr>
              <a:tr h="334718">
                <a:tc>
                  <a:txBody>
                    <a:bodyPr/>
                    <a:lstStyle/>
                    <a:p>
                      <a:r>
                        <a:rPr sz="1400" b="1">
                          <a:latin typeface="Times New Roman" panose="02020603050405020304" pitchFamily="18" charset="0"/>
                          <a:cs typeface="Times New Roman" panose="02020603050405020304" pitchFamily="18" charset="0"/>
                        </a:rPr>
                        <a:t>API Communication</a:t>
                      </a:r>
                    </a:p>
                  </a:txBody>
                  <a:tcPr marL="83680" marR="83680" marT="41840" marB="41840" anchor="ctr"/>
                </a:tc>
                <a:tc>
                  <a:txBody>
                    <a:bodyPr/>
                    <a:lstStyle/>
                    <a:p>
                      <a:r>
                        <a:rPr sz="1400" b="0">
                          <a:latin typeface="Times New Roman" panose="02020603050405020304" pitchFamily="18" charset="0"/>
                          <a:cs typeface="Times New Roman" panose="02020603050405020304" pitchFamily="18" charset="0"/>
                        </a:rPr>
                        <a:t>REST APIs</a:t>
                      </a:r>
                    </a:p>
                  </a:txBody>
                  <a:tcPr marL="83680" marR="83680" marT="41840" marB="41840" anchor="ctr"/>
                </a:tc>
                <a:extLst>
                  <a:ext uri="{0D108BD9-81ED-4DB2-BD59-A6C34878D82A}">
                    <a16:rowId xmlns:a16="http://schemas.microsoft.com/office/drawing/2014/main" val="2346558448"/>
                  </a:ext>
                </a:extLst>
              </a:tr>
              <a:tr h="334718">
                <a:tc>
                  <a:txBody>
                    <a:bodyPr/>
                    <a:lstStyle/>
                    <a:p>
                      <a:r>
                        <a:rPr sz="1400" b="1" dirty="0">
                          <a:latin typeface="Times New Roman" panose="02020603050405020304" pitchFamily="18" charset="0"/>
                          <a:cs typeface="Times New Roman" panose="02020603050405020304" pitchFamily="18" charset="0"/>
                        </a:rPr>
                        <a:t>Service Discovery</a:t>
                      </a:r>
                    </a:p>
                  </a:txBody>
                  <a:tcPr marL="83680" marR="83680" marT="41840" marB="41840" anchor="ctr"/>
                </a:tc>
                <a:tc>
                  <a:txBody>
                    <a:bodyPr/>
                    <a:lstStyle/>
                    <a:p>
                      <a:r>
                        <a:rPr sz="1400" b="0">
                          <a:latin typeface="Times New Roman" panose="02020603050405020304" pitchFamily="18" charset="0"/>
                          <a:cs typeface="Times New Roman" panose="02020603050405020304" pitchFamily="18" charset="0"/>
                        </a:rPr>
                        <a:t>Eureka</a:t>
                      </a:r>
                    </a:p>
                  </a:txBody>
                  <a:tcPr marL="83680" marR="83680" marT="41840" marB="41840" anchor="ctr"/>
                </a:tc>
                <a:extLst>
                  <a:ext uri="{0D108BD9-81ED-4DB2-BD59-A6C34878D82A}">
                    <a16:rowId xmlns:a16="http://schemas.microsoft.com/office/drawing/2014/main" val="4211769982"/>
                  </a:ext>
                </a:extLst>
              </a:tr>
              <a:tr h="334718">
                <a:tc>
                  <a:txBody>
                    <a:bodyPr/>
                    <a:lstStyle/>
                    <a:p>
                      <a:r>
                        <a:rPr sz="1400" b="1">
                          <a:latin typeface="Times New Roman" panose="02020603050405020304" pitchFamily="18" charset="0"/>
                          <a:cs typeface="Times New Roman" panose="02020603050405020304" pitchFamily="18" charset="0"/>
                        </a:rPr>
                        <a:t>API Gateway</a:t>
                      </a:r>
                    </a:p>
                  </a:txBody>
                  <a:tcPr marL="83680" marR="83680" marT="41840" marB="41840" anchor="ctr"/>
                </a:tc>
                <a:tc>
                  <a:txBody>
                    <a:bodyPr/>
                    <a:lstStyle/>
                    <a:p>
                      <a:r>
                        <a:rPr sz="1400" b="0">
                          <a:latin typeface="Times New Roman" panose="02020603050405020304" pitchFamily="18" charset="0"/>
                          <a:cs typeface="Times New Roman" panose="02020603050405020304" pitchFamily="18" charset="0"/>
                        </a:rPr>
                        <a:t>Spring Cloud Gateway</a:t>
                      </a:r>
                    </a:p>
                  </a:txBody>
                  <a:tcPr marL="83680" marR="83680" marT="41840" marB="41840" anchor="ctr"/>
                </a:tc>
                <a:extLst>
                  <a:ext uri="{0D108BD9-81ED-4DB2-BD59-A6C34878D82A}">
                    <a16:rowId xmlns:a16="http://schemas.microsoft.com/office/drawing/2014/main" val="1942161338"/>
                  </a:ext>
                </a:extLst>
              </a:tr>
              <a:tr h="334718">
                <a:tc>
                  <a:txBody>
                    <a:bodyPr/>
                    <a:lstStyle/>
                    <a:p>
                      <a:r>
                        <a:rPr sz="1400" b="1">
                          <a:latin typeface="Times New Roman" panose="02020603050405020304" pitchFamily="18" charset="0"/>
                          <a:cs typeface="Times New Roman" panose="02020603050405020304" pitchFamily="18" charset="0"/>
                        </a:rPr>
                        <a:t>Event Communication</a:t>
                      </a:r>
                    </a:p>
                  </a:txBody>
                  <a:tcPr marL="83680" marR="83680" marT="41840" marB="41840" anchor="ctr"/>
                </a:tc>
                <a:tc>
                  <a:txBody>
                    <a:bodyPr/>
                    <a:lstStyle/>
                    <a:p>
                      <a:r>
                        <a:rPr sz="1400" b="0">
                          <a:latin typeface="Times New Roman" panose="02020603050405020304" pitchFamily="18" charset="0"/>
                          <a:cs typeface="Times New Roman" panose="02020603050405020304" pitchFamily="18" charset="0"/>
                        </a:rPr>
                        <a:t>Apache Kafka</a:t>
                      </a:r>
                    </a:p>
                  </a:txBody>
                  <a:tcPr marL="83680" marR="83680" marT="41840" marB="41840" anchor="ctr"/>
                </a:tc>
                <a:extLst>
                  <a:ext uri="{0D108BD9-81ED-4DB2-BD59-A6C34878D82A}">
                    <a16:rowId xmlns:a16="http://schemas.microsoft.com/office/drawing/2014/main" val="3986435616"/>
                  </a:ext>
                </a:extLst>
              </a:tr>
              <a:tr h="334718">
                <a:tc>
                  <a:txBody>
                    <a:bodyPr/>
                    <a:lstStyle/>
                    <a:p>
                      <a:r>
                        <a:rPr sz="1400" b="1">
                          <a:latin typeface="Times New Roman" panose="02020603050405020304" pitchFamily="18" charset="0"/>
                          <a:cs typeface="Times New Roman" panose="02020603050405020304" pitchFamily="18" charset="0"/>
                        </a:rPr>
                        <a:t>Containerization</a:t>
                      </a:r>
                    </a:p>
                  </a:txBody>
                  <a:tcPr marL="83680" marR="83680" marT="41840" marB="41840" anchor="ctr"/>
                </a:tc>
                <a:tc>
                  <a:txBody>
                    <a:bodyPr/>
                    <a:lstStyle/>
                    <a:p>
                      <a:r>
                        <a:rPr sz="1400" b="0">
                          <a:latin typeface="Times New Roman" panose="02020603050405020304" pitchFamily="18" charset="0"/>
                          <a:cs typeface="Times New Roman" panose="02020603050405020304" pitchFamily="18" charset="0"/>
                        </a:rPr>
                        <a:t>Docker</a:t>
                      </a:r>
                    </a:p>
                  </a:txBody>
                  <a:tcPr marL="83680" marR="83680" marT="41840" marB="41840" anchor="ctr"/>
                </a:tc>
                <a:extLst>
                  <a:ext uri="{0D108BD9-81ED-4DB2-BD59-A6C34878D82A}">
                    <a16:rowId xmlns:a16="http://schemas.microsoft.com/office/drawing/2014/main" val="690404103"/>
                  </a:ext>
                </a:extLst>
              </a:tr>
              <a:tr h="334718">
                <a:tc>
                  <a:txBody>
                    <a:bodyPr/>
                    <a:lstStyle/>
                    <a:p>
                      <a:r>
                        <a:rPr sz="1400" b="1">
                          <a:latin typeface="Times New Roman" panose="02020603050405020304" pitchFamily="18" charset="0"/>
                          <a:cs typeface="Times New Roman" panose="02020603050405020304" pitchFamily="18" charset="0"/>
                        </a:rPr>
                        <a:t>Orchestration</a:t>
                      </a:r>
                    </a:p>
                  </a:txBody>
                  <a:tcPr marL="83680" marR="83680" marT="41840" marB="41840" anchor="ctr"/>
                </a:tc>
                <a:tc>
                  <a:txBody>
                    <a:bodyPr/>
                    <a:lstStyle/>
                    <a:p>
                      <a:r>
                        <a:rPr sz="1400" b="0">
                          <a:latin typeface="Times New Roman" panose="02020603050405020304" pitchFamily="18" charset="0"/>
                          <a:cs typeface="Times New Roman" panose="02020603050405020304" pitchFamily="18" charset="0"/>
                        </a:rPr>
                        <a:t>Kubernetes</a:t>
                      </a:r>
                    </a:p>
                  </a:txBody>
                  <a:tcPr marL="83680" marR="83680" marT="41840" marB="41840" anchor="ctr"/>
                </a:tc>
                <a:extLst>
                  <a:ext uri="{0D108BD9-81ED-4DB2-BD59-A6C34878D82A}">
                    <a16:rowId xmlns:a16="http://schemas.microsoft.com/office/drawing/2014/main" val="1051733320"/>
                  </a:ext>
                </a:extLst>
              </a:tr>
              <a:tr h="334718">
                <a:tc>
                  <a:txBody>
                    <a:bodyPr/>
                    <a:lstStyle/>
                    <a:p>
                      <a:r>
                        <a:rPr sz="1400" b="1">
                          <a:latin typeface="Times New Roman" panose="02020603050405020304" pitchFamily="18" charset="0"/>
                          <a:cs typeface="Times New Roman" panose="02020603050405020304" pitchFamily="18" charset="0"/>
                        </a:rPr>
                        <a:t>Monitoring</a:t>
                      </a:r>
                    </a:p>
                  </a:txBody>
                  <a:tcPr marL="83680" marR="83680" marT="41840" marB="41840" anchor="ctr"/>
                </a:tc>
                <a:tc>
                  <a:txBody>
                    <a:bodyPr/>
                    <a:lstStyle/>
                    <a:p>
                      <a:r>
                        <a:rPr sz="1400" b="0" dirty="0">
                          <a:latin typeface="Times New Roman" panose="02020603050405020304" pitchFamily="18" charset="0"/>
                          <a:cs typeface="Times New Roman" panose="02020603050405020304" pitchFamily="18" charset="0"/>
                        </a:rPr>
                        <a:t>Prometheus, Grafana</a:t>
                      </a:r>
                    </a:p>
                  </a:txBody>
                  <a:tcPr marL="83680" marR="83680" marT="41840" marB="41840" anchor="ctr"/>
                </a:tc>
                <a:extLst>
                  <a:ext uri="{0D108BD9-81ED-4DB2-BD59-A6C34878D82A}">
                    <a16:rowId xmlns:a16="http://schemas.microsoft.com/office/drawing/2014/main" val="3663989858"/>
                  </a:ext>
                </a:extLst>
              </a:tr>
            </a:tbl>
          </a:graphicData>
        </a:graphic>
      </p:graphicFrame>
      <p:sp>
        <p:nvSpPr>
          <p:cNvPr id="10" name="TextBox 9">
            <a:extLst>
              <a:ext uri="{FF2B5EF4-FFF2-40B4-BE49-F238E27FC236}">
                <a16:creationId xmlns:a16="http://schemas.microsoft.com/office/drawing/2014/main" id="{B1C7E208-D1D2-778B-588F-871C17D228EC}"/>
              </a:ext>
            </a:extLst>
          </p:cNvPr>
          <p:cNvSpPr txBox="1"/>
          <p:nvPr/>
        </p:nvSpPr>
        <p:spPr>
          <a:xfrm>
            <a:off x="8610600" y="993540"/>
            <a:ext cx="2519088" cy="369332"/>
          </a:xfrm>
          <a:prstGeom prst="rect">
            <a:avLst/>
          </a:prstGeom>
          <a:noFill/>
        </p:spPr>
        <p:txBody>
          <a:bodyPr wrap="none" rtlCol="0">
            <a:spAutoFit/>
          </a:bodyPr>
          <a:lstStyle/>
          <a:p>
            <a:r>
              <a:rPr sz="1600" b="1"/>
              <a:t>Implementation Order</a:t>
            </a:r>
          </a:p>
        </p:txBody>
      </p:sp>
      <p:sp>
        <p:nvSpPr>
          <p:cNvPr id="11" name="TextBox 10">
            <a:extLst>
              <a:ext uri="{FF2B5EF4-FFF2-40B4-BE49-F238E27FC236}">
                <a16:creationId xmlns:a16="http://schemas.microsoft.com/office/drawing/2014/main" id="{B05AA03D-298B-4408-6BE9-4FD65C2E2A34}"/>
              </a:ext>
            </a:extLst>
          </p:cNvPr>
          <p:cNvSpPr txBox="1"/>
          <p:nvPr/>
        </p:nvSpPr>
        <p:spPr>
          <a:xfrm>
            <a:off x="8809597" y="1458954"/>
            <a:ext cx="2121093" cy="4616648"/>
          </a:xfrm>
          <a:prstGeom prst="rect">
            <a:avLst/>
          </a:prstGeom>
          <a:noFill/>
        </p:spPr>
        <p:txBody>
          <a:bodyPr wrap="none" rtlCol="0">
            <a:spAutoFit/>
          </a:bodyPr>
          <a:lstStyle/>
          <a:p>
            <a:pPr algn="ctr"/>
            <a:r>
              <a:rPr sz="1400" dirty="0">
                <a:latin typeface="Times New Roman" panose="02020603050405020304" pitchFamily="18" charset="0"/>
                <a:cs typeface="Times New Roman" panose="02020603050405020304" pitchFamily="18" charset="0"/>
              </a:rPr>
              <a:t>Spring Boot Microservices</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MySQL</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REST Integration</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Eureka</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API Gateway</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Kafka</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Adaptive Intelligence</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Docker</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Kubernetes</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Monitoring</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a:t>
            </a:r>
            <a:br>
              <a:rPr dirty="0">
                <a:latin typeface="Times New Roman" panose="02020603050405020304" pitchFamily="18" charset="0"/>
                <a:cs typeface="Times New Roman" panose="02020603050405020304" pitchFamily="18" charset="0"/>
              </a:rPr>
            </a:br>
            <a:r>
              <a:rPr sz="1400" dirty="0">
                <a:latin typeface="Times New Roman" panose="02020603050405020304" pitchFamily="18" charset="0"/>
                <a:cs typeface="Times New Roman" panose="02020603050405020304" pitchFamily="18" charset="0"/>
              </a:rPr>
              <a:t>React Dashboard</a:t>
            </a:r>
          </a:p>
        </p:txBody>
      </p:sp>
    </p:spTree>
    <p:extLst>
      <p:ext uri="{BB962C8B-B14F-4D97-AF65-F5344CB8AC3E}">
        <p14:creationId xmlns:p14="http://schemas.microsoft.com/office/powerpoint/2010/main" val="2196469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69F23-DB15-647D-D509-3ABE19F65F30}"/>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E2B16CC0-C3C8-308F-D535-9537EA3A0221}"/>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9/23/2026</a:t>
            </a:r>
          </a:p>
        </p:txBody>
      </p:sp>
      <p:sp>
        <p:nvSpPr>
          <p:cNvPr id="4" name="Footer Placeholder 3">
            <a:extLst>
              <a:ext uri="{FF2B5EF4-FFF2-40B4-BE49-F238E27FC236}">
                <a16:creationId xmlns:a16="http://schemas.microsoft.com/office/drawing/2014/main" id="{B8207D2A-97DE-06DC-3CA5-92681D622144}"/>
              </a:ext>
            </a:extLst>
          </p:cNvPr>
          <p:cNvSpPr>
            <a:spLocks noGrp="1"/>
          </p:cNvSpPr>
          <p:nvPr>
            <p:ph type="ftr" sz="quarter" idx="11"/>
          </p:nvPr>
        </p:nvSpPr>
        <p:spPr/>
        <p:txBody>
          <a:bodyPr/>
          <a:lstStyle/>
          <a:p>
            <a:r>
              <a:rPr sz="1200"/>
              <a:t>LogiSphere Project Review-2</a:t>
            </a:r>
          </a:p>
        </p:txBody>
      </p:sp>
      <p:sp>
        <p:nvSpPr>
          <p:cNvPr id="6" name="Slide Number Placeholder 5">
            <a:extLst>
              <a:ext uri="{FF2B5EF4-FFF2-40B4-BE49-F238E27FC236}">
                <a16:creationId xmlns:a16="http://schemas.microsoft.com/office/drawing/2014/main" id="{321F6DDD-47CA-C825-CFCE-B1F02B4E8E74}"/>
              </a:ext>
            </a:extLst>
          </p:cNvPr>
          <p:cNvSpPr>
            <a:spLocks noGrp="1"/>
          </p:cNvSpPr>
          <p:nvPr>
            <p:ph type="sldNum" sz="quarter" idx="12"/>
          </p:nvPr>
        </p:nvSpPr>
        <p:spPr>
          <a:xfrm>
            <a:off x="8610600" y="6338062"/>
            <a:ext cx="2743200" cy="365125"/>
          </a:xfrm>
        </p:spPr>
        <p:txBody>
          <a:bodyPr/>
          <a:lstStyle/>
          <a:p>
            <a:fld id="{E639234F-78F1-4984-9C4D-D4C7AB587871}" type="slidenum">
              <a:rPr lang="en-US" smtClean="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9648CFB4-ACFC-9B4F-67F0-D089FB06A099}"/>
              </a:ext>
            </a:extLst>
          </p:cNvPr>
          <p:cNvSpPr/>
          <p:nvPr/>
        </p:nvSpPr>
        <p:spPr>
          <a:xfrm>
            <a:off x="2682240"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200" b="1"/>
              <a:t>Module Integration</a:t>
            </a:r>
            <a:endPar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9" name="Picture 8" descr="logisphere_module_integration.png"/>
          <p:cNvPicPr>
            <a:picLocks noChangeAspect="1"/>
          </p:cNvPicPr>
          <p:nvPr/>
        </p:nvPicPr>
        <p:blipFill>
          <a:blip r:embed="rId2"/>
          <a:stretch>
            <a:fillRect/>
          </a:stretch>
        </p:blipFill>
        <p:spPr>
          <a:xfrm>
            <a:off x="228600" y="1417320"/>
            <a:ext cx="11750040" cy="4709160"/>
          </a:xfrm>
          <a:prstGeom prst="rect">
            <a:avLst/>
          </a:prstGeom>
        </p:spPr>
      </p:pic>
    </p:spTree>
    <p:extLst>
      <p:ext uri="{BB962C8B-B14F-4D97-AF65-F5344CB8AC3E}">
        <p14:creationId xmlns:p14="http://schemas.microsoft.com/office/powerpoint/2010/main" val="3685433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8B94D-0C3C-3369-92FB-F203EB34D11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A87AC07-E384-0F06-E84F-3C66A5356F66}"/>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58E1A038-FC9C-6386-9EBB-A790AB114AE2}"/>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9/23/2026</a:t>
            </a:r>
          </a:p>
        </p:txBody>
      </p:sp>
      <p:sp>
        <p:nvSpPr>
          <p:cNvPr id="4" name="Footer Placeholder 3">
            <a:extLst>
              <a:ext uri="{FF2B5EF4-FFF2-40B4-BE49-F238E27FC236}">
                <a16:creationId xmlns:a16="http://schemas.microsoft.com/office/drawing/2014/main" id="{E69B09DD-D473-DF1A-E645-479EE4842CE7}"/>
              </a:ext>
            </a:extLst>
          </p:cNvPr>
          <p:cNvSpPr>
            <a:spLocks noGrp="1"/>
          </p:cNvSpPr>
          <p:nvPr>
            <p:ph type="ftr" sz="quarter" idx="11"/>
          </p:nvPr>
        </p:nvSpPr>
        <p:spPr/>
        <p:txBody>
          <a:bodyPr/>
          <a:lstStyle/>
          <a:p>
            <a:r>
              <a:rPr sz="1200"/>
              <a:t>LogiSphere Project Review-2</a:t>
            </a:r>
          </a:p>
        </p:txBody>
      </p:sp>
      <p:sp>
        <p:nvSpPr>
          <p:cNvPr id="6" name="Slide Number Placeholder 5">
            <a:extLst>
              <a:ext uri="{FF2B5EF4-FFF2-40B4-BE49-F238E27FC236}">
                <a16:creationId xmlns:a16="http://schemas.microsoft.com/office/drawing/2014/main" id="{615EB127-B4DA-B4C8-C5EA-95128D4E3C68}"/>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0F68D031-2C8F-8E16-AD8A-237961AD9BB3}"/>
              </a:ext>
            </a:extLst>
          </p:cNvPr>
          <p:cNvSpPr/>
          <p:nvPr/>
        </p:nvSpPr>
        <p:spPr>
          <a:xfrm>
            <a:off x="2682240"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200" b="1"/>
              <a:t>Team Contribution &amp; Work Plan</a:t>
            </a:r>
            <a:endPar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5E961A0-DA9C-160D-9789-06D6EB83E27A}"/>
              </a:ext>
            </a:extLst>
          </p:cNvPr>
          <p:cNvSpPr txBox="1"/>
          <p:nvPr/>
        </p:nvSpPr>
        <p:spPr>
          <a:xfrm>
            <a:off x="465221" y="1652337"/>
            <a:ext cx="3273653" cy="1985159"/>
          </a:xfrm>
          <a:prstGeom prst="rect">
            <a:avLst/>
          </a:prstGeom>
          <a:noFill/>
        </p:spPr>
        <p:txBody>
          <a:bodyPr wrap="none" rtlCol="0">
            <a:spAutoFit/>
          </a:bodyPr>
          <a:lstStyle/>
          <a:p>
            <a:r>
              <a:rPr sz="1500" dirty="0">
                <a:latin typeface="Times New Roman" panose="02020603050405020304" pitchFamily="18" charset="0"/>
                <a:cs typeface="Times New Roman" panose="02020603050405020304" pitchFamily="18" charset="0"/>
              </a:rPr>
              <a:t>Member 1 — Backend &amp; Microservices</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Auth Service</a:t>
            </a: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Product Service</a:t>
            </a: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Inventory Service</a:t>
            </a: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Order Service</a:t>
            </a: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REST API integration</a:t>
            </a: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MySQL integration</a:t>
            </a:r>
          </a:p>
        </p:txBody>
      </p:sp>
      <p:sp>
        <p:nvSpPr>
          <p:cNvPr id="7" name="TextBox 6">
            <a:extLst>
              <a:ext uri="{FF2B5EF4-FFF2-40B4-BE49-F238E27FC236}">
                <a16:creationId xmlns:a16="http://schemas.microsoft.com/office/drawing/2014/main" id="{A7E32130-9AB7-D507-A7DC-EE781FD515B6}"/>
              </a:ext>
            </a:extLst>
          </p:cNvPr>
          <p:cNvSpPr txBox="1"/>
          <p:nvPr/>
        </p:nvSpPr>
        <p:spPr>
          <a:xfrm>
            <a:off x="4636169" y="1696020"/>
            <a:ext cx="3862532" cy="1985159"/>
          </a:xfrm>
          <a:prstGeom prst="rect">
            <a:avLst/>
          </a:prstGeom>
          <a:noFill/>
        </p:spPr>
        <p:txBody>
          <a:bodyPr wrap="none" rtlCol="0">
            <a:spAutoFit/>
          </a:bodyPr>
          <a:lstStyle/>
          <a:p>
            <a:r>
              <a:rPr sz="1500" dirty="0">
                <a:latin typeface="Times New Roman" panose="02020603050405020304" pitchFamily="18" charset="0"/>
                <a:cs typeface="Times New Roman" panose="02020603050405020304" pitchFamily="18" charset="0"/>
              </a:rPr>
              <a:t>Member 2 — Logistics &amp; Adaptive Intelligence</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Shipment Service</a:t>
            </a: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Delivery Service</a:t>
            </a: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Delivery Assignment</a:t>
            </a: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Workload Calculation</a:t>
            </a: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Adaptive Intelligence</a:t>
            </a: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Kafka Integration</a:t>
            </a:r>
          </a:p>
        </p:txBody>
      </p:sp>
      <p:sp>
        <p:nvSpPr>
          <p:cNvPr id="9" name="TextBox 8">
            <a:extLst>
              <a:ext uri="{FF2B5EF4-FFF2-40B4-BE49-F238E27FC236}">
                <a16:creationId xmlns:a16="http://schemas.microsoft.com/office/drawing/2014/main" id="{A0743559-5281-229B-107E-74E3C7DFCE57}"/>
              </a:ext>
            </a:extLst>
          </p:cNvPr>
          <p:cNvSpPr txBox="1"/>
          <p:nvPr/>
        </p:nvSpPr>
        <p:spPr>
          <a:xfrm>
            <a:off x="8986239" y="1696020"/>
            <a:ext cx="2758640" cy="2215991"/>
          </a:xfrm>
          <a:prstGeom prst="rect">
            <a:avLst/>
          </a:prstGeom>
          <a:noFill/>
        </p:spPr>
        <p:txBody>
          <a:bodyPr wrap="none" rtlCol="0">
            <a:spAutoFit/>
          </a:bodyPr>
          <a:lstStyle/>
          <a:p>
            <a:r>
              <a:rPr sz="1500" dirty="0">
                <a:latin typeface="Times New Roman" panose="02020603050405020304" pitchFamily="18" charset="0"/>
                <a:cs typeface="Times New Roman" panose="02020603050405020304" pitchFamily="18" charset="0"/>
              </a:rPr>
              <a:t>Member 3 — Frontend &amp; Cloud </a:t>
            </a:r>
            <a:endParaRPr lang="en-US" sz="1500" dirty="0">
              <a:latin typeface="Times New Roman" panose="02020603050405020304" pitchFamily="18" charset="0"/>
              <a:cs typeface="Times New Roman" panose="02020603050405020304" pitchFamily="18" charset="0"/>
            </a:endParaRPr>
          </a:p>
          <a:p>
            <a:r>
              <a:rPr sz="1500" dirty="0">
                <a:latin typeface="Times New Roman" panose="02020603050405020304" pitchFamily="18" charset="0"/>
                <a:cs typeface="Times New Roman" panose="02020603050405020304" pitchFamily="18" charset="0"/>
              </a:rPr>
              <a:t>Deployment</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React Dashboard</a:t>
            </a: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Customer/Supplier UI</a:t>
            </a: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Admin Dashboard</a:t>
            </a: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Docker</a:t>
            </a: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Kubernetes</a:t>
            </a:r>
            <a:br>
              <a:rPr dirty="0">
                <a:latin typeface="Times New Roman" panose="02020603050405020304" pitchFamily="18" charset="0"/>
                <a:cs typeface="Times New Roman" panose="02020603050405020304" pitchFamily="18" charset="0"/>
              </a:rPr>
            </a:br>
            <a:r>
              <a:rPr sz="1500" dirty="0">
                <a:latin typeface="Times New Roman" panose="02020603050405020304" pitchFamily="18" charset="0"/>
                <a:cs typeface="Times New Roman" panose="02020603050405020304" pitchFamily="18" charset="0"/>
              </a:rPr>
              <a:t>Monitoring</a:t>
            </a:r>
          </a:p>
        </p:txBody>
      </p:sp>
    </p:spTree>
    <p:extLst>
      <p:ext uri="{BB962C8B-B14F-4D97-AF65-F5344CB8AC3E}">
        <p14:creationId xmlns:p14="http://schemas.microsoft.com/office/powerpoint/2010/main" val="2705373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E13FA-4B98-8FB7-7508-0A275BF3ECB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9724613-DF89-74C1-E1C5-2882F7A3BE30}"/>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427E5A8A-11B3-A9E2-F729-F7480DF9B1DB}"/>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9/23/2026</a:t>
            </a:r>
          </a:p>
        </p:txBody>
      </p:sp>
      <p:sp>
        <p:nvSpPr>
          <p:cNvPr id="4" name="Footer Placeholder 3">
            <a:extLst>
              <a:ext uri="{FF2B5EF4-FFF2-40B4-BE49-F238E27FC236}">
                <a16:creationId xmlns:a16="http://schemas.microsoft.com/office/drawing/2014/main" id="{155F3EC2-08AE-3551-D484-C8EA054CA462}"/>
              </a:ext>
            </a:extLst>
          </p:cNvPr>
          <p:cNvSpPr>
            <a:spLocks noGrp="1"/>
          </p:cNvSpPr>
          <p:nvPr>
            <p:ph type="ftr" sz="quarter" idx="11"/>
          </p:nvPr>
        </p:nvSpPr>
        <p:spPr/>
        <p:txBody>
          <a:bodyPr/>
          <a:lstStyle/>
          <a:p>
            <a:r>
              <a:rPr sz="1200"/>
              <a:t>LogiSphere Project Review-2</a:t>
            </a:r>
          </a:p>
        </p:txBody>
      </p:sp>
      <p:sp>
        <p:nvSpPr>
          <p:cNvPr id="6" name="Slide Number Placeholder 5">
            <a:extLst>
              <a:ext uri="{FF2B5EF4-FFF2-40B4-BE49-F238E27FC236}">
                <a16:creationId xmlns:a16="http://schemas.microsoft.com/office/drawing/2014/main" id="{0E7E1E94-D77E-C52D-7AA2-DD864B3B5D59}"/>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12</a:t>
            </a:fld>
            <a:endParaRPr lang="en-US">
              <a:latin typeface="Times New Roman" panose="02020603050405020304" pitchFamily="18" charset="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3FEC8A72-02C9-003D-6FD0-F215F26AE835}"/>
              </a:ext>
            </a:extLst>
          </p:cNvPr>
          <p:cNvSpPr/>
          <p:nvPr/>
        </p:nvSpPr>
        <p:spPr>
          <a:xfrm>
            <a:off x="2682240" y="136525"/>
            <a:ext cx="6303999"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200" b="1"/>
              <a:t>Demonstration &amp; Expected Outcome</a:t>
            </a:r>
            <a:endPar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4DC9BAA-A486-0688-B390-CFA4101D7AB6}"/>
              </a:ext>
            </a:extLst>
          </p:cNvPr>
          <p:cNvSpPr txBox="1"/>
          <p:nvPr/>
        </p:nvSpPr>
        <p:spPr>
          <a:xfrm>
            <a:off x="7464483" y="1495470"/>
            <a:ext cx="4150495" cy="2446824"/>
          </a:xfrm>
          <a:prstGeom prst="rect">
            <a:avLst/>
          </a:prstGeom>
          <a:noFill/>
        </p:spPr>
        <p:txBody>
          <a:bodyPr wrap="none" rtlCol="0">
            <a:spAutoFit/>
          </a:bodyPr>
          <a:lstStyle/>
          <a:p>
            <a:r>
              <a:rPr sz="1300" dirty="0">
                <a:latin typeface="Times New Roman" panose="02020603050405020304" pitchFamily="18" charset="0"/>
                <a:cs typeface="Times New Roman" panose="02020603050405020304" pitchFamily="18" charset="0"/>
              </a:rPr>
              <a:t>Expected Output</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sz="1300" dirty="0">
                <a:latin typeface="Times New Roman" panose="02020603050405020304" pitchFamily="18" charset="0"/>
                <a:cs typeface="Times New Roman" panose="02020603050405020304" pitchFamily="18" charset="0"/>
              </a:rPr>
              <a:t>Order Status        : PLACED</a:t>
            </a:r>
            <a:br>
              <a:rPr dirty="0">
                <a:latin typeface="Times New Roman" panose="02020603050405020304" pitchFamily="18" charset="0"/>
                <a:cs typeface="Times New Roman" panose="02020603050405020304" pitchFamily="18" charset="0"/>
              </a:rPr>
            </a:br>
            <a:r>
              <a:rPr sz="1300" dirty="0">
                <a:latin typeface="Times New Roman" panose="02020603050405020304" pitchFamily="18" charset="0"/>
                <a:cs typeface="Times New Roman" panose="02020603050405020304" pitchFamily="18" charset="0"/>
              </a:rPr>
              <a:t>Inventory            : 62 → 61</a:t>
            </a:r>
            <a:br>
              <a:rPr dirty="0">
                <a:latin typeface="Times New Roman" panose="02020603050405020304" pitchFamily="18" charset="0"/>
                <a:cs typeface="Times New Roman" panose="02020603050405020304" pitchFamily="18" charset="0"/>
              </a:rPr>
            </a:br>
            <a:r>
              <a:rPr sz="1300" dirty="0">
                <a:latin typeface="Times New Roman" panose="02020603050405020304" pitchFamily="18" charset="0"/>
                <a:cs typeface="Times New Roman" panose="02020603050405020304" pitchFamily="18" charset="0"/>
              </a:rPr>
              <a:t>Shipment Status      : CREATED</a:t>
            </a:r>
            <a:br>
              <a:rPr dirty="0">
                <a:latin typeface="Times New Roman" panose="02020603050405020304" pitchFamily="18" charset="0"/>
                <a:cs typeface="Times New Roman" panose="02020603050405020304" pitchFamily="18" charset="0"/>
              </a:rPr>
            </a:br>
            <a:r>
              <a:rPr sz="1300" dirty="0">
                <a:latin typeface="Times New Roman" panose="02020603050405020304" pitchFamily="18" charset="0"/>
                <a:cs typeface="Times New Roman" panose="02020603050405020304" pitchFamily="18" charset="0"/>
              </a:rPr>
              <a:t>Tracking Number      : LOGI-XXXXXXXX</a:t>
            </a:r>
            <a:br>
              <a:rPr dirty="0">
                <a:latin typeface="Times New Roman" panose="02020603050405020304" pitchFamily="18" charset="0"/>
                <a:cs typeface="Times New Roman" panose="02020603050405020304" pitchFamily="18" charset="0"/>
              </a:rPr>
            </a:br>
            <a:r>
              <a:rPr sz="1300" dirty="0">
                <a:latin typeface="Times New Roman" panose="02020603050405020304" pitchFamily="18" charset="0"/>
                <a:cs typeface="Times New Roman" panose="02020603050405020304" pitchFamily="18" charset="0"/>
              </a:rPr>
              <a:t>Delivery Assignment  : APPROVED PERSON</a:t>
            </a:r>
            <a:br>
              <a:rPr dirty="0">
                <a:latin typeface="Times New Roman" panose="02020603050405020304" pitchFamily="18" charset="0"/>
                <a:cs typeface="Times New Roman" panose="02020603050405020304" pitchFamily="18" charset="0"/>
              </a:rPr>
            </a:br>
            <a:r>
              <a:rPr sz="1300" dirty="0">
                <a:latin typeface="Times New Roman" panose="02020603050405020304" pitchFamily="18" charset="0"/>
                <a:cs typeface="Times New Roman" panose="02020603050405020304" pitchFamily="18" charset="0"/>
              </a:rPr>
              <a:t>Shipment Tracking    : CREATED → DELIVERED</a:t>
            </a:r>
            <a:br>
              <a:rPr dirty="0">
                <a:latin typeface="Times New Roman" panose="02020603050405020304" pitchFamily="18" charset="0"/>
                <a:cs typeface="Times New Roman" panose="02020603050405020304" pitchFamily="18" charset="0"/>
              </a:rPr>
            </a:br>
            <a:br>
              <a:rPr dirty="0">
                <a:latin typeface="Times New Roman" panose="02020603050405020304" pitchFamily="18" charset="0"/>
                <a:cs typeface="Times New Roman" panose="02020603050405020304" pitchFamily="18" charset="0"/>
              </a:rPr>
            </a:br>
            <a:r>
              <a:rPr sz="1300" dirty="0" err="1">
                <a:latin typeface="Times New Roman" panose="02020603050405020304" pitchFamily="18" charset="0"/>
                <a:cs typeface="Times New Roman" panose="02020603050405020304" pitchFamily="18" charset="0"/>
              </a:rPr>
              <a:t>LogiSphere</a:t>
            </a:r>
            <a:r>
              <a:rPr sz="1300" dirty="0">
                <a:latin typeface="Times New Roman" panose="02020603050405020304" pitchFamily="18" charset="0"/>
                <a:cs typeface="Times New Roman" panose="02020603050405020304" pitchFamily="18" charset="0"/>
              </a:rPr>
              <a:t> validates stock, creates the order and shipment,</a:t>
            </a:r>
            <a:endParaRPr lang="en-US" sz="1300" dirty="0">
              <a:latin typeface="Times New Roman" panose="02020603050405020304" pitchFamily="18" charset="0"/>
              <a:cs typeface="Times New Roman" panose="02020603050405020304" pitchFamily="18" charset="0"/>
            </a:endParaRPr>
          </a:p>
          <a:p>
            <a:r>
              <a:rPr sz="1300" dirty="0">
                <a:latin typeface="Times New Roman" panose="02020603050405020304" pitchFamily="18" charset="0"/>
                <a:cs typeface="Times New Roman" panose="02020603050405020304" pitchFamily="18" charset="0"/>
              </a:rPr>
              <a:t> and supports delivery assignment and tracking.</a:t>
            </a:r>
          </a:p>
        </p:txBody>
      </p:sp>
      <p:sp>
        <p:nvSpPr>
          <p:cNvPr id="5" name="Rectangle 4">
            <a:extLst>
              <a:ext uri="{FF2B5EF4-FFF2-40B4-BE49-F238E27FC236}">
                <a16:creationId xmlns:a16="http://schemas.microsoft.com/office/drawing/2014/main" id="{50D2246D-79B4-A977-F68F-48B90D78E501}"/>
              </a:ext>
            </a:extLst>
          </p:cNvPr>
          <p:cNvSpPr/>
          <p:nvPr/>
        </p:nvSpPr>
        <p:spPr>
          <a:xfrm>
            <a:off x="694944" y="2998329"/>
            <a:ext cx="3145536" cy="8138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100">
                <a:latin typeface="Times New Roman" panose="02020603050405020304" pitchFamily="18" charset="0"/>
                <a:cs typeface="Times New Roman" panose="02020603050405020304" pitchFamily="18" charset="0"/>
              </a:rPr>
              <a:t>Customer places order</a:t>
            </a:r>
          </a:p>
        </p:txBody>
      </p:sp>
      <p:sp>
        <p:nvSpPr>
          <p:cNvPr id="11" name="Arrow: Right 10">
            <a:extLst>
              <a:ext uri="{FF2B5EF4-FFF2-40B4-BE49-F238E27FC236}">
                <a16:creationId xmlns:a16="http://schemas.microsoft.com/office/drawing/2014/main" id="{610779E5-5D2B-B314-07FC-876097C6CCDF}"/>
              </a:ext>
            </a:extLst>
          </p:cNvPr>
          <p:cNvSpPr/>
          <p:nvPr/>
        </p:nvSpPr>
        <p:spPr>
          <a:xfrm>
            <a:off x="3517734" y="3337495"/>
            <a:ext cx="697992" cy="1825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139E0AAE-8210-208F-3960-BC66FE025475}"/>
              </a:ext>
            </a:extLst>
          </p:cNvPr>
          <p:cNvSpPr/>
          <p:nvPr/>
        </p:nvSpPr>
        <p:spPr>
          <a:xfrm>
            <a:off x="4279392" y="1073405"/>
            <a:ext cx="1719072" cy="48107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sz="1100">
                <a:latin typeface="Times New Roman" panose="02020603050405020304" pitchFamily="18" charset="0"/>
                <a:cs typeface="Times New Roman" panose="02020603050405020304" pitchFamily="18" charset="0"/>
              </a:rPr>
              <a:t>Product: HP Laptop</a:t>
            </a:r>
            <a:br>
              <a:rPr>
                <a:latin typeface="Times New Roman" panose="02020603050405020304" pitchFamily="18" charset="0"/>
                <a:cs typeface="Times New Roman" panose="02020603050405020304" pitchFamily="18" charset="0"/>
              </a:rPr>
            </a:br>
            <a:r>
              <a:rPr sz="1100">
                <a:latin typeface="Times New Roman" panose="02020603050405020304" pitchFamily="18" charset="0"/>
                <a:cs typeface="Times New Roman" panose="02020603050405020304" pitchFamily="18" charset="0"/>
              </a:rPr>
              <a:t>Quantity: 1</a:t>
            </a:r>
          </a:p>
        </p:txBody>
      </p:sp>
      <p:sp>
        <p:nvSpPr>
          <p:cNvPr id="13" name="Rectangle 12">
            <a:extLst>
              <a:ext uri="{FF2B5EF4-FFF2-40B4-BE49-F238E27FC236}">
                <a16:creationId xmlns:a16="http://schemas.microsoft.com/office/drawing/2014/main" id="{47504AAC-74E3-C060-83C5-0FE9C4F50B31}"/>
              </a:ext>
            </a:extLst>
          </p:cNvPr>
          <p:cNvSpPr/>
          <p:nvPr/>
        </p:nvSpPr>
        <p:spPr>
          <a:xfrm>
            <a:off x="694944" y="1993392"/>
            <a:ext cx="3145536" cy="8138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100">
                <a:latin typeface="Times New Roman" panose="02020603050405020304" pitchFamily="18" charset="0"/>
                <a:cs typeface="Times New Roman" panose="02020603050405020304" pitchFamily="18" charset="0"/>
              </a:rPr>
              <a:t>Order Service</a:t>
            </a:r>
          </a:p>
        </p:txBody>
      </p:sp>
      <p:sp>
        <p:nvSpPr>
          <p:cNvPr id="15" name="Oval 14">
            <a:extLst>
              <a:ext uri="{FF2B5EF4-FFF2-40B4-BE49-F238E27FC236}">
                <a16:creationId xmlns:a16="http://schemas.microsoft.com/office/drawing/2014/main" id="{F0BB991C-246D-BF54-05FC-D0E565D484D1}"/>
              </a:ext>
            </a:extLst>
          </p:cNvPr>
          <p:cNvSpPr/>
          <p:nvPr/>
        </p:nvSpPr>
        <p:spPr>
          <a:xfrm>
            <a:off x="774192" y="2196676"/>
            <a:ext cx="414528" cy="36512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2</a:t>
            </a:r>
          </a:p>
        </p:txBody>
      </p:sp>
      <p:sp>
        <p:nvSpPr>
          <p:cNvPr id="16" name="Arrow: Right 15">
            <a:extLst>
              <a:ext uri="{FF2B5EF4-FFF2-40B4-BE49-F238E27FC236}">
                <a16:creationId xmlns:a16="http://schemas.microsoft.com/office/drawing/2014/main" id="{9A45654F-E5BC-5B44-5C79-C594288CAD7E}"/>
              </a:ext>
            </a:extLst>
          </p:cNvPr>
          <p:cNvSpPr/>
          <p:nvPr/>
        </p:nvSpPr>
        <p:spPr>
          <a:xfrm>
            <a:off x="3581399" y="2322576"/>
            <a:ext cx="662103" cy="1825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8" name="Rectangle: Rounded Corners 17">
            <a:extLst>
              <a:ext uri="{FF2B5EF4-FFF2-40B4-BE49-F238E27FC236}">
                <a16:creationId xmlns:a16="http://schemas.microsoft.com/office/drawing/2014/main" id="{F11F2A43-BC0A-3F74-AE30-E31CC7FA1EB0}"/>
              </a:ext>
            </a:extLst>
          </p:cNvPr>
          <p:cNvSpPr/>
          <p:nvPr/>
        </p:nvSpPr>
        <p:spPr>
          <a:xfrm>
            <a:off x="4199304" y="3083188"/>
            <a:ext cx="2892356" cy="58685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sz="1100" dirty="0"/>
              <a:t>Stock validation &amp; deduction</a:t>
            </a:r>
          </a:p>
        </p:txBody>
      </p:sp>
      <p:sp>
        <p:nvSpPr>
          <p:cNvPr id="20" name="Rectangle 19">
            <a:extLst>
              <a:ext uri="{FF2B5EF4-FFF2-40B4-BE49-F238E27FC236}">
                <a16:creationId xmlns:a16="http://schemas.microsoft.com/office/drawing/2014/main" id="{306E98C4-C635-6766-41F9-42CED0CB6451}"/>
              </a:ext>
            </a:extLst>
          </p:cNvPr>
          <p:cNvSpPr/>
          <p:nvPr/>
        </p:nvSpPr>
        <p:spPr>
          <a:xfrm>
            <a:off x="694944" y="1012272"/>
            <a:ext cx="3145536" cy="8138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100">
                <a:latin typeface="Times New Roman" panose="02020603050405020304" pitchFamily="18" charset="0"/>
                <a:cs typeface="Times New Roman" panose="02020603050405020304" pitchFamily="18" charset="0"/>
              </a:rPr>
              <a:t>Order created</a:t>
            </a:r>
          </a:p>
        </p:txBody>
      </p:sp>
      <p:sp>
        <p:nvSpPr>
          <p:cNvPr id="22" name="Rectangle 21">
            <a:extLst>
              <a:ext uri="{FF2B5EF4-FFF2-40B4-BE49-F238E27FC236}">
                <a16:creationId xmlns:a16="http://schemas.microsoft.com/office/drawing/2014/main" id="{AB37768A-C957-F77E-9B08-9F6FBA5F264C}"/>
              </a:ext>
            </a:extLst>
          </p:cNvPr>
          <p:cNvSpPr/>
          <p:nvPr/>
        </p:nvSpPr>
        <p:spPr>
          <a:xfrm>
            <a:off x="694944" y="3980570"/>
            <a:ext cx="3145536" cy="8138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100">
                <a:latin typeface="Times New Roman" panose="02020603050405020304" pitchFamily="18" charset="0"/>
                <a:cs typeface="Times New Roman" panose="02020603050405020304" pitchFamily="18" charset="0"/>
              </a:rPr>
              <a:t>Shipment created</a:t>
            </a:r>
          </a:p>
        </p:txBody>
      </p:sp>
      <p:sp>
        <p:nvSpPr>
          <p:cNvPr id="24" name="Oval 23">
            <a:extLst>
              <a:ext uri="{FF2B5EF4-FFF2-40B4-BE49-F238E27FC236}">
                <a16:creationId xmlns:a16="http://schemas.microsoft.com/office/drawing/2014/main" id="{8E2DCA3A-2266-6817-D132-160311E36B02}"/>
              </a:ext>
            </a:extLst>
          </p:cNvPr>
          <p:cNvSpPr/>
          <p:nvPr/>
        </p:nvSpPr>
        <p:spPr>
          <a:xfrm>
            <a:off x="774192" y="1183768"/>
            <a:ext cx="414528" cy="36512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1</a:t>
            </a:r>
          </a:p>
        </p:txBody>
      </p:sp>
      <p:sp>
        <p:nvSpPr>
          <p:cNvPr id="26" name="Oval 25">
            <a:extLst>
              <a:ext uri="{FF2B5EF4-FFF2-40B4-BE49-F238E27FC236}">
                <a16:creationId xmlns:a16="http://schemas.microsoft.com/office/drawing/2014/main" id="{171DAAE2-5723-1465-CA2E-CE3A16D32DA0}"/>
              </a:ext>
            </a:extLst>
          </p:cNvPr>
          <p:cNvSpPr/>
          <p:nvPr/>
        </p:nvSpPr>
        <p:spPr>
          <a:xfrm>
            <a:off x="755806" y="4156445"/>
            <a:ext cx="414528" cy="36512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4</a:t>
            </a:r>
          </a:p>
        </p:txBody>
      </p:sp>
      <p:sp>
        <p:nvSpPr>
          <p:cNvPr id="28" name="Oval 27">
            <a:extLst>
              <a:ext uri="{FF2B5EF4-FFF2-40B4-BE49-F238E27FC236}">
                <a16:creationId xmlns:a16="http://schemas.microsoft.com/office/drawing/2014/main" id="{11AA509C-A99B-6A4E-48DE-92D8D61E318A}"/>
              </a:ext>
            </a:extLst>
          </p:cNvPr>
          <p:cNvSpPr/>
          <p:nvPr/>
        </p:nvSpPr>
        <p:spPr>
          <a:xfrm>
            <a:off x="755806" y="3192901"/>
            <a:ext cx="414528" cy="36512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3</a:t>
            </a:r>
          </a:p>
        </p:txBody>
      </p:sp>
      <p:sp>
        <p:nvSpPr>
          <p:cNvPr id="34" name="Rectangle 33">
            <a:extLst>
              <a:ext uri="{FF2B5EF4-FFF2-40B4-BE49-F238E27FC236}">
                <a16:creationId xmlns:a16="http://schemas.microsoft.com/office/drawing/2014/main" id="{AE176372-D2A9-1B32-29E0-F5D76DC273D5}"/>
              </a:ext>
            </a:extLst>
          </p:cNvPr>
          <p:cNvSpPr/>
          <p:nvPr/>
        </p:nvSpPr>
        <p:spPr>
          <a:xfrm>
            <a:off x="694944" y="4962811"/>
            <a:ext cx="3145536" cy="8138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100">
                <a:latin typeface="Times New Roman" panose="02020603050405020304" pitchFamily="18" charset="0"/>
                <a:cs typeface="Times New Roman" panose="02020603050405020304" pitchFamily="18" charset="0"/>
              </a:rPr>
              <a:t>Shipment tracking</a:t>
            </a:r>
          </a:p>
        </p:txBody>
      </p:sp>
      <p:sp>
        <p:nvSpPr>
          <p:cNvPr id="36" name="Arrow: Right 35">
            <a:extLst>
              <a:ext uri="{FF2B5EF4-FFF2-40B4-BE49-F238E27FC236}">
                <a16:creationId xmlns:a16="http://schemas.microsoft.com/office/drawing/2014/main" id="{64C4C1C5-B641-77B8-536C-F0E8DAEA8CB8}"/>
              </a:ext>
            </a:extLst>
          </p:cNvPr>
          <p:cNvSpPr/>
          <p:nvPr/>
        </p:nvSpPr>
        <p:spPr>
          <a:xfrm>
            <a:off x="3586314" y="1247538"/>
            <a:ext cx="697992" cy="1825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38" name="Oval 37">
            <a:extLst>
              <a:ext uri="{FF2B5EF4-FFF2-40B4-BE49-F238E27FC236}">
                <a16:creationId xmlns:a16="http://schemas.microsoft.com/office/drawing/2014/main" id="{550F307F-E288-E6AA-6F32-066DF9727CEE}"/>
              </a:ext>
            </a:extLst>
          </p:cNvPr>
          <p:cNvSpPr/>
          <p:nvPr/>
        </p:nvSpPr>
        <p:spPr>
          <a:xfrm>
            <a:off x="755806" y="5187156"/>
            <a:ext cx="414528" cy="36512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5</a:t>
            </a:r>
          </a:p>
        </p:txBody>
      </p:sp>
      <p:sp>
        <p:nvSpPr>
          <p:cNvPr id="40" name="Arrow: Right 39">
            <a:extLst>
              <a:ext uri="{FF2B5EF4-FFF2-40B4-BE49-F238E27FC236}">
                <a16:creationId xmlns:a16="http://schemas.microsoft.com/office/drawing/2014/main" id="{D434F6B0-3997-E27E-B235-8E84CBA76848}"/>
              </a:ext>
            </a:extLst>
          </p:cNvPr>
          <p:cNvSpPr/>
          <p:nvPr/>
        </p:nvSpPr>
        <p:spPr>
          <a:xfrm>
            <a:off x="3501312" y="4262999"/>
            <a:ext cx="697992" cy="1825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42" name="Arrow: Right 41">
            <a:extLst>
              <a:ext uri="{FF2B5EF4-FFF2-40B4-BE49-F238E27FC236}">
                <a16:creationId xmlns:a16="http://schemas.microsoft.com/office/drawing/2014/main" id="{6B5E090A-6E37-9BC2-D47B-2E41F98D9A57}"/>
              </a:ext>
            </a:extLst>
          </p:cNvPr>
          <p:cNvSpPr/>
          <p:nvPr/>
        </p:nvSpPr>
        <p:spPr>
          <a:xfrm>
            <a:off x="3472698" y="5253705"/>
            <a:ext cx="697992" cy="1825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46" name="Rectangle: Rounded Corners 45">
            <a:extLst>
              <a:ext uri="{FF2B5EF4-FFF2-40B4-BE49-F238E27FC236}">
                <a16:creationId xmlns:a16="http://schemas.microsoft.com/office/drawing/2014/main" id="{1DCD77FF-4B7A-7D6B-2971-A29FFC673BBE}"/>
              </a:ext>
            </a:extLst>
          </p:cNvPr>
          <p:cNvSpPr/>
          <p:nvPr/>
        </p:nvSpPr>
        <p:spPr>
          <a:xfrm>
            <a:off x="4190540" y="4108521"/>
            <a:ext cx="2460637" cy="5491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sz="1100">
                <a:latin typeface="Times New Roman" panose="02020603050405020304" pitchFamily="18" charset="0"/>
                <a:cs typeface="Times New Roman" panose="02020603050405020304" pitchFamily="18" charset="0"/>
              </a:rPr>
              <a:t>Delivery assignment</a:t>
            </a:r>
          </a:p>
        </p:txBody>
      </p:sp>
      <p:sp>
        <p:nvSpPr>
          <p:cNvPr id="48" name="Rectangle: Rounded Corners 47">
            <a:extLst>
              <a:ext uri="{FF2B5EF4-FFF2-40B4-BE49-F238E27FC236}">
                <a16:creationId xmlns:a16="http://schemas.microsoft.com/office/drawing/2014/main" id="{7E010B41-D9F5-56E4-879A-9629DD0DDD24}"/>
              </a:ext>
            </a:extLst>
          </p:cNvPr>
          <p:cNvSpPr/>
          <p:nvPr/>
        </p:nvSpPr>
        <p:spPr>
          <a:xfrm>
            <a:off x="4170690" y="5019278"/>
            <a:ext cx="2314556" cy="69273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sz="1100">
                <a:latin typeface="Times New Roman" panose="02020603050405020304" pitchFamily="18" charset="0"/>
                <a:cs typeface="Times New Roman" panose="02020603050405020304" pitchFamily="18" charset="0"/>
              </a:rPr>
              <a:t>Approved delivery person</a:t>
            </a:r>
            <a:br>
              <a:rPr>
                <a:latin typeface="Times New Roman" panose="02020603050405020304" pitchFamily="18" charset="0"/>
                <a:cs typeface="Times New Roman" panose="02020603050405020304" pitchFamily="18" charset="0"/>
              </a:rPr>
            </a:br>
            <a:r>
              <a:rPr sz="1100">
                <a:latin typeface="Times New Roman" panose="02020603050405020304" pitchFamily="18" charset="0"/>
                <a:cs typeface="Times New Roman" panose="02020603050405020304" pitchFamily="18" charset="0"/>
              </a:rPr>
              <a:t>Workload checked</a:t>
            </a:r>
          </a:p>
        </p:txBody>
      </p:sp>
      <p:sp>
        <p:nvSpPr>
          <p:cNvPr id="52" name="Rectangle: Rounded Corners 51">
            <a:extLst>
              <a:ext uri="{FF2B5EF4-FFF2-40B4-BE49-F238E27FC236}">
                <a16:creationId xmlns:a16="http://schemas.microsoft.com/office/drawing/2014/main" id="{829C272E-D6FE-01BC-4B5B-150DA802325C}"/>
              </a:ext>
            </a:extLst>
          </p:cNvPr>
          <p:cNvSpPr/>
          <p:nvPr/>
        </p:nvSpPr>
        <p:spPr>
          <a:xfrm>
            <a:off x="4256280" y="2196676"/>
            <a:ext cx="1719072" cy="48107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sz="1100">
                <a:latin typeface="Times New Roman" panose="02020603050405020304" pitchFamily="18" charset="0"/>
                <a:cs typeface="Times New Roman" panose="02020603050405020304" pitchFamily="18" charset="0"/>
              </a:rPr>
              <a:t>Order delivered</a:t>
            </a:r>
          </a:p>
        </p:txBody>
      </p:sp>
    </p:spTree>
    <p:extLst>
      <p:ext uri="{BB962C8B-B14F-4D97-AF65-F5344CB8AC3E}">
        <p14:creationId xmlns:p14="http://schemas.microsoft.com/office/powerpoint/2010/main" val="1710145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Date Placeholder 2">
            <a:extLst>
              <a:ext uri="{FF2B5EF4-FFF2-40B4-BE49-F238E27FC236}">
                <a16:creationId xmlns:a16="http://schemas.microsoft.com/office/drawing/2014/main" id="{19AFF3A1-5C1B-139E-D79A-72B88478015A}"/>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9/23/2026</a:t>
            </a:r>
          </a:p>
        </p:txBody>
      </p:sp>
      <p:sp>
        <p:nvSpPr>
          <p:cNvPr id="6" name="Footer Placeholder 5">
            <a:extLst>
              <a:ext uri="{FF2B5EF4-FFF2-40B4-BE49-F238E27FC236}">
                <a16:creationId xmlns:a16="http://schemas.microsoft.com/office/drawing/2014/main" id="{1E7EC70D-1363-E80E-D957-B7196CB13ADE}"/>
              </a:ext>
            </a:extLst>
          </p:cNvPr>
          <p:cNvSpPr>
            <a:spLocks noGrp="1"/>
          </p:cNvSpPr>
          <p:nvPr>
            <p:ph type="ftr" sz="quarter" idx="11"/>
          </p:nvPr>
        </p:nvSpPr>
        <p:spPr/>
        <p:txBody>
          <a:bodyPr/>
          <a:lstStyle/>
          <a:p>
            <a:r>
              <a:rPr sz="1200"/>
              <a:t>LogiSphere Project Review-2</a:t>
            </a:r>
          </a:p>
        </p:txBody>
      </p:sp>
      <p:sp>
        <p:nvSpPr>
          <p:cNvPr id="7" name="Slide Number Placeholder 6">
            <a:extLst>
              <a:ext uri="{FF2B5EF4-FFF2-40B4-BE49-F238E27FC236}">
                <a16:creationId xmlns:a16="http://schemas.microsoft.com/office/drawing/2014/main" id="{8251C404-5E3A-5943-D47B-EDA9706D2992}"/>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13</a:t>
            </a:fld>
            <a:endParaRPr lang="en-US">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9F3163A9-2E65-49F3-86F6-E4826D784AE8}"/>
              </a:ext>
            </a:extLst>
          </p:cNvPr>
          <p:cNvSpPr/>
          <p:nvPr/>
        </p:nvSpPr>
        <p:spPr>
          <a:xfrm>
            <a:off x="400038" y="2850157"/>
            <a:ext cx="3145536" cy="8138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800" b="1">
                <a:latin typeface="Times New Roman" panose="02020603050405020304" pitchFamily="18" charset="0"/>
                <a:cs typeface="Times New Roman" panose="02020603050405020304" pitchFamily="18" charset="0"/>
              </a:rPr>
              <a:t>Shipment &amp; Delivery Flow</a:t>
            </a:r>
          </a:p>
        </p:txBody>
      </p:sp>
      <p:sp>
        <p:nvSpPr>
          <p:cNvPr id="10" name="Arrow: Right 9">
            <a:extLst>
              <a:ext uri="{FF2B5EF4-FFF2-40B4-BE49-F238E27FC236}">
                <a16:creationId xmlns:a16="http://schemas.microsoft.com/office/drawing/2014/main" id="{16A34A4D-7561-DA10-E748-B0C92D76FBDD}"/>
              </a:ext>
            </a:extLst>
          </p:cNvPr>
          <p:cNvSpPr/>
          <p:nvPr/>
        </p:nvSpPr>
        <p:spPr>
          <a:xfrm>
            <a:off x="3222828" y="3189323"/>
            <a:ext cx="697992" cy="1825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F7E67FA0-FA5E-087B-13F6-730566070425}"/>
              </a:ext>
            </a:extLst>
          </p:cNvPr>
          <p:cNvSpPr/>
          <p:nvPr/>
        </p:nvSpPr>
        <p:spPr>
          <a:xfrm>
            <a:off x="4082022" y="977620"/>
            <a:ext cx="1719072" cy="48107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sz="1400">
                <a:latin typeface="Times New Roman" panose="02020603050405020304" pitchFamily="18" charset="0"/>
                <a:cs typeface="Times New Roman" panose="02020603050405020304" pitchFamily="18" charset="0"/>
              </a:rPr>
              <a:t>Order → Shipment</a:t>
            </a:r>
            <a:br>
              <a:rPr>
                <a:latin typeface="Times New Roman" panose="02020603050405020304" pitchFamily="18" charset="0"/>
                <a:cs typeface="Times New Roman" panose="02020603050405020304" pitchFamily="18" charset="0"/>
              </a:rPr>
            </a:br>
            <a:r>
              <a:rPr sz="1400">
                <a:latin typeface="Times New Roman" panose="02020603050405020304" pitchFamily="18" charset="0"/>
                <a:cs typeface="Times New Roman" panose="02020603050405020304" pitchFamily="18" charset="0"/>
              </a:rPr>
              <a:t>CREATED</a:t>
            </a:r>
          </a:p>
        </p:txBody>
      </p:sp>
      <p:sp>
        <p:nvSpPr>
          <p:cNvPr id="14" name="Rectangle 13">
            <a:extLst>
              <a:ext uri="{FF2B5EF4-FFF2-40B4-BE49-F238E27FC236}">
                <a16:creationId xmlns:a16="http://schemas.microsoft.com/office/drawing/2014/main" id="{673C1777-4308-6470-9A09-B1B2ABC84649}"/>
              </a:ext>
            </a:extLst>
          </p:cNvPr>
          <p:cNvSpPr/>
          <p:nvPr/>
        </p:nvSpPr>
        <p:spPr>
          <a:xfrm>
            <a:off x="400038" y="1845220"/>
            <a:ext cx="3145536" cy="8138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400">
                <a:latin typeface="Times New Roman" panose="02020603050405020304" pitchFamily="18" charset="0"/>
                <a:cs typeface="Times New Roman" panose="02020603050405020304" pitchFamily="18" charset="0"/>
              </a:rPr>
              <a:t>Shipment status</a:t>
            </a:r>
            <a:br>
              <a:rPr>
                <a:latin typeface="Times New Roman" panose="02020603050405020304" pitchFamily="18" charset="0"/>
                <a:cs typeface="Times New Roman" panose="02020603050405020304" pitchFamily="18" charset="0"/>
              </a:rPr>
            </a:br>
            <a:r>
              <a:rPr sz="1400">
                <a:latin typeface="Times New Roman" panose="02020603050405020304" pitchFamily="18" charset="0"/>
                <a:cs typeface="Times New Roman" panose="02020603050405020304" pitchFamily="18" charset="0"/>
              </a:rPr>
              <a:t>updated</a:t>
            </a:r>
          </a:p>
        </p:txBody>
      </p:sp>
      <p:sp>
        <p:nvSpPr>
          <p:cNvPr id="16" name="Oval 15">
            <a:extLst>
              <a:ext uri="{FF2B5EF4-FFF2-40B4-BE49-F238E27FC236}">
                <a16:creationId xmlns:a16="http://schemas.microsoft.com/office/drawing/2014/main" id="{F904CA32-4D7D-A4F5-9AD6-C97F3E29AA39}"/>
              </a:ext>
            </a:extLst>
          </p:cNvPr>
          <p:cNvSpPr/>
          <p:nvPr/>
        </p:nvSpPr>
        <p:spPr>
          <a:xfrm>
            <a:off x="460899" y="2005006"/>
            <a:ext cx="488828" cy="52135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7</a:t>
            </a:r>
          </a:p>
        </p:txBody>
      </p:sp>
      <p:sp>
        <p:nvSpPr>
          <p:cNvPr id="18" name="Arrow: Right 17">
            <a:extLst>
              <a:ext uri="{FF2B5EF4-FFF2-40B4-BE49-F238E27FC236}">
                <a16:creationId xmlns:a16="http://schemas.microsoft.com/office/drawing/2014/main" id="{68680EC1-0D83-4B40-266C-C5ED36C944B1}"/>
              </a:ext>
            </a:extLst>
          </p:cNvPr>
          <p:cNvSpPr/>
          <p:nvPr/>
        </p:nvSpPr>
        <p:spPr>
          <a:xfrm>
            <a:off x="3286493" y="2174404"/>
            <a:ext cx="662103" cy="1825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0" name="Rectangle: Rounded Corners 19">
            <a:extLst>
              <a:ext uri="{FF2B5EF4-FFF2-40B4-BE49-F238E27FC236}">
                <a16:creationId xmlns:a16="http://schemas.microsoft.com/office/drawing/2014/main" id="{485C6EA1-02E5-3B41-D976-97C286C30329}"/>
              </a:ext>
            </a:extLst>
          </p:cNvPr>
          <p:cNvSpPr/>
          <p:nvPr/>
        </p:nvSpPr>
        <p:spPr>
          <a:xfrm>
            <a:off x="3935914" y="2020733"/>
            <a:ext cx="2002339" cy="54913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sz="1400" b="1">
                <a:latin typeface="Times New Roman" panose="02020603050405020304" pitchFamily="18" charset="0"/>
                <a:cs typeface="Times New Roman" panose="02020603050405020304" pitchFamily="18" charset="0"/>
              </a:rPr>
              <a:t>DELIVERY</a:t>
            </a:r>
          </a:p>
        </p:txBody>
      </p:sp>
      <p:sp>
        <p:nvSpPr>
          <p:cNvPr id="22" name="Rectangle 21">
            <a:extLst>
              <a:ext uri="{FF2B5EF4-FFF2-40B4-BE49-F238E27FC236}">
                <a16:creationId xmlns:a16="http://schemas.microsoft.com/office/drawing/2014/main" id="{39CDCC90-A4A7-316C-A801-7487A396F814}"/>
              </a:ext>
            </a:extLst>
          </p:cNvPr>
          <p:cNvSpPr/>
          <p:nvPr/>
        </p:nvSpPr>
        <p:spPr>
          <a:xfrm>
            <a:off x="400038" y="864100"/>
            <a:ext cx="3145536" cy="8138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300">
                <a:latin typeface="Times New Roman" panose="02020603050405020304" pitchFamily="18" charset="0"/>
                <a:cs typeface="Times New Roman" panose="02020603050405020304" pitchFamily="18" charset="0"/>
              </a:rPr>
              <a:t>Tracking number</a:t>
            </a:r>
            <a:br>
              <a:rPr>
                <a:latin typeface="Times New Roman" panose="02020603050405020304" pitchFamily="18" charset="0"/>
                <a:cs typeface="Times New Roman" panose="02020603050405020304" pitchFamily="18" charset="0"/>
              </a:rPr>
            </a:br>
            <a:r>
              <a:rPr sz="1300">
                <a:latin typeface="Times New Roman" panose="02020603050405020304" pitchFamily="18" charset="0"/>
                <a:cs typeface="Times New Roman" panose="02020603050405020304" pitchFamily="18" charset="0"/>
              </a:rPr>
              <a:t>generated</a:t>
            </a:r>
          </a:p>
        </p:txBody>
      </p:sp>
      <p:sp>
        <p:nvSpPr>
          <p:cNvPr id="24" name="Rectangle 23">
            <a:extLst>
              <a:ext uri="{FF2B5EF4-FFF2-40B4-BE49-F238E27FC236}">
                <a16:creationId xmlns:a16="http://schemas.microsoft.com/office/drawing/2014/main" id="{66132701-5D05-7FF7-1C61-1C99F68C9734}"/>
              </a:ext>
            </a:extLst>
          </p:cNvPr>
          <p:cNvSpPr/>
          <p:nvPr/>
        </p:nvSpPr>
        <p:spPr>
          <a:xfrm>
            <a:off x="400038" y="3832398"/>
            <a:ext cx="3145536" cy="8138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300">
                <a:latin typeface="Times New Roman" panose="02020603050405020304" pitchFamily="18" charset="0"/>
                <a:cs typeface="Times New Roman" panose="02020603050405020304" pitchFamily="18" charset="0"/>
              </a:rPr>
              <a:t>Delivery person</a:t>
            </a:r>
            <a:br>
              <a:rPr>
                <a:latin typeface="Times New Roman" panose="02020603050405020304" pitchFamily="18" charset="0"/>
                <a:cs typeface="Times New Roman" panose="02020603050405020304" pitchFamily="18" charset="0"/>
              </a:rPr>
            </a:br>
            <a:r>
              <a:rPr sz="1300">
                <a:latin typeface="Times New Roman" panose="02020603050405020304" pitchFamily="18" charset="0"/>
                <a:cs typeface="Times New Roman" panose="02020603050405020304" pitchFamily="18" charset="0"/>
              </a:rPr>
              <a:t>workload checked</a:t>
            </a:r>
          </a:p>
        </p:txBody>
      </p:sp>
      <p:sp>
        <p:nvSpPr>
          <p:cNvPr id="26" name="Oval 25">
            <a:extLst>
              <a:ext uri="{FF2B5EF4-FFF2-40B4-BE49-F238E27FC236}">
                <a16:creationId xmlns:a16="http://schemas.microsoft.com/office/drawing/2014/main" id="{57389CE9-CF00-47FF-A3E6-B8397177DD5C}"/>
              </a:ext>
            </a:extLst>
          </p:cNvPr>
          <p:cNvSpPr/>
          <p:nvPr/>
        </p:nvSpPr>
        <p:spPr>
          <a:xfrm>
            <a:off x="460899" y="991569"/>
            <a:ext cx="488828" cy="47595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6</a:t>
            </a:r>
          </a:p>
        </p:txBody>
      </p:sp>
      <p:sp>
        <p:nvSpPr>
          <p:cNvPr id="28" name="Oval 27">
            <a:extLst>
              <a:ext uri="{FF2B5EF4-FFF2-40B4-BE49-F238E27FC236}">
                <a16:creationId xmlns:a16="http://schemas.microsoft.com/office/drawing/2014/main" id="{2692E322-E48D-3877-19B6-ED86B9E393C7}"/>
              </a:ext>
            </a:extLst>
          </p:cNvPr>
          <p:cNvSpPr/>
          <p:nvPr/>
        </p:nvSpPr>
        <p:spPr>
          <a:xfrm>
            <a:off x="460899" y="3953482"/>
            <a:ext cx="563130" cy="55437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9</a:t>
            </a:r>
          </a:p>
        </p:txBody>
      </p:sp>
      <p:sp>
        <p:nvSpPr>
          <p:cNvPr id="30" name="Oval 29">
            <a:extLst>
              <a:ext uri="{FF2B5EF4-FFF2-40B4-BE49-F238E27FC236}">
                <a16:creationId xmlns:a16="http://schemas.microsoft.com/office/drawing/2014/main" id="{93A34015-CE84-1B59-FD5D-D06CE2E8DA37}"/>
              </a:ext>
            </a:extLst>
          </p:cNvPr>
          <p:cNvSpPr/>
          <p:nvPr/>
        </p:nvSpPr>
        <p:spPr>
          <a:xfrm>
            <a:off x="460899" y="3044729"/>
            <a:ext cx="507215" cy="51043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8</a:t>
            </a:r>
          </a:p>
        </p:txBody>
      </p:sp>
      <p:sp>
        <p:nvSpPr>
          <p:cNvPr id="32" name="Rectangle 31">
            <a:extLst>
              <a:ext uri="{FF2B5EF4-FFF2-40B4-BE49-F238E27FC236}">
                <a16:creationId xmlns:a16="http://schemas.microsoft.com/office/drawing/2014/main" id="{40A779FD-D6BC-7FD6-63FA-98ED6A4D6908}"/>
              </a:ext>
            </a:extLst>
          </p:cNvPr>
          <p:cNvSpPr/>
          <p:nvPr/>
        </p:nvSpPr>
        <p:spPr>
          <a:xfrm>
            <a:off x="400038" y="4814639"/>
            <a:ext cx="3145536" cy="8138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400" b="1">
                <a:latin typeface="Times New Roman" panose="02020603050405020304" pitchFamily="18" charset="0"/>
                <a:cs typeface="Times New Roman" panose="02020603050405020304" pitchFamily="18" charset="0"/>
              </a:rPr>
              <a:t>Shipment assigned</a:t>
            </a:r>
          </a:p>
        </p:txBody>
      </p:sp>
      <p:sp>
        <p:nvSpPr>
          <p:cNvPr id="34" name="Arrow: Right 33">
            <a:extLst>
              <a:ext uri="{FF2B5EF4-FFF2-40B4-BE49-F238E27FC236}">
                <a16:creationId xmlns:a16="http://schemas.microsoft.com/office/drawing/2014/main" id="{BA1676D6-C943-0098-56B6-5FCF90C6ABB2}"/>
              </a:ext>
            </a:extLst>
          </p:cNvPr>
          <p:cNvSpPr/>
          <p:nvPr/>
        </p:nvSpPr>
        <p:spPr>
          <a:xfrm>
            <a:off x="3384030" y="1179726"/>
            <a:ext cx="697992" cy="1825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36" name="Oval 35">
            <a:extLst>
              <a:ext uri="{FF2B5EF4-FFF2-40B4-BE49-F238E27FC236}">
                <a16:creationId xmlns:a16="http://schemas.microsoft.com/office/drawing/2014/main" id="{BBC64EEC-20F2-DA0A-8353-90D723DC6057}"/>
              </a:ext>
            </a:extLst>
          </p:cNvPr>
          <p:cNvSpPr/>
          <p:nvPr/>
        </p:nvSpPr>
        <p:spPr>
          <a:xfrm>
            <a:off x="460900" y="4938018"/>
            <a:ext cx="581516" cy="58947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10</a:t>
            </a:r>
          </a:p>
        </p:txBody>
      </p:sp>
      <p:sp>
        <p:nvSpPr>
          <p:cNvPr id="38" name="Arrow: Right 37">
            <a:extLst>
              <a:ext uri="{FF2B5EF4-FFF2-40B4-BE49-F238E27FC236}">
                <a16:creationId xmlns:a16="http://schemas.microsoft.com/office/drawing/2014/main" id="{75118A27-EA79-61CD-3147-031ABA3E2649}"/>
              </a:ext>
            </a:extLst>
          </p:cNvPr>
          <p:cNvSpPr/>
          <p:nvPr/>
        </p:nvSpPr>
        <p:spPr>
          <a:xfrm>
            <a:off x="3206406" y="4114827"/>
            <a:ext cx="697992" cy="1825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40" name="Arrow: Right 39">
            <a:extLst>
              <a:ext uri="{FF2B5EF4-FFF2-40B4-BE49-F238E27FC236}">
                <a16:creationId xmlns:a16="http://schemas.microsoft.com/office/drawing/2014/main" id="{EA2DF740-A4DF-6CC6-794E-DC69037AE7BF}"/>
              </a:ext>
            </a:extLst>
          </p:cNvPr>
          <p:cNvSpPr/>
          <p:nvPr/>
        </p:nvSpPr>
        <p:spPr>
          <a:xfrm>
            <a:off x="3177792" y="5105533"/>
            <a:ext cx="697992" cy="1825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42" name="Rectangle: Rounded Corners 41">
            <a:extLst>
              <a:ext uri="{FF2B5EF4-FFF2-40B4-BE49-F238E27FC236}">
                <a16:creationId xmlns:a16="http://schemas.microsoft.com/office/drawing/2014/main" id="{59B0973A-6172-F8C8-E594-C25AE39CC897}"/>
              </a:ext>
            </a:extLst>
          </p:cNvPr>
          <p:cNvSpPr/>
          <p:nvPr/>
        </p:nvSpPr>
        <p:spPr>
          <a:xfrm>
            <a:off x="3948596" y="3006039"/>
            <a:ext cx="2460637" cy="5491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sz="1300">
                <a:latin typeface="Times New Roman" panose="02020603050405020304" pitchFamily="18" charset="0"/>
                <a:cs typeface="Times New Roman" panose="02020603050405020304" pitchFamily="18" charset="0"/>
              </a:rPr>
              <a:t>CREATED → PACKED</a:t>
            </a:r>
            <a:br>
              <a:rPr>
                <a:latin typeface="Times New Roman" panose="02020603050405020304" pitchFamily="18" charset="0"/>
                <a:cs typeface="Times New Roman" panose="02020603050405020304" pitchFamily="18" charset="0"/>
              </a:rPr>
            </a:br>
            <a:r>
              <a:rPr sz="1300">
                <a:latin typeface="Times New Roman" panose="02020603050405020304" pitchFamily="18" charset="0"/>
                <a:cs typeface="Times New Roman" panose="02020603050405020304" pitchFamily="18" charset="0"/>
              </a:rPr>
              <a:t>→ SHIPPED</a:t>
            </a:r>
          </a:p>
        </p:txBody>
      </p:sp>
      <p:sp>
        <p:nvSpPr>
          <p:cNvPr id="44" name="Rectangle: Rounded Corners 43">
            <a:extLst>
              <a:ext uri="{FF2B5EF4-FFF2-40B4-BE49-F238E27FC236}">
                <a16:creationId xmlns:a16="http://schemas.microsoft.com/office/drawing/2014/main" id="{AFE324CC-ECEF-F64C-8E18-A58605933795}"/>
              </a:ext>
            </a:extLst>
          </p:cNvPr>
          <p:cNvSpPr/>
          <p:nvPr/>
        </p:nvSpPr>
        <p:spPr>
          <a:xfrm>
            <a:off x="3920820" y="3953482"/>
            <a:ext cx="2314556" cy="69273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sz="1300">
                <a:latin typeface="Times New Roman" panose="02020603050405020304" pitchFamily="18" charset="0"/>
                <a:cs typeface="Times New Roman" panose="02020603050405020304" pitchFamily="18" charset="0"/>
              </a:rPr>
              <a:t>IN_TRANSIT</a:t>
            </a:r>
            <a:br>
              <a:rPr>
                <a:latin typeface="Times New Roman" panose="02020603050405020304" pitchFamily="18" charset="0"/>
                <a:cs typeface="Times New Roman" panose="02020603050405020304" pitchFamily="18" charset="0"/>
              </a:rPr>
            </a:br>
            <a:r>
              <a:rPr sz="1300">
                <a:latin typeface="Times New Roman" panose="02020603050405020304" pitchFamily="18" charset="0"/>
                <a:cs typeface="Times New Roman" panose="02020603050405020304" pitchFamily="18" charset="0"/>
              </a:rPr>
              <a:t>OUT_FOR_DELIVERY</a:t>
            </a:r>
          </a:p>
        </p:txBody>
      </p:sp>
      <p:sp>
        <p:nvSpPr>
          <p:cNvPr id="46" name="Rectangle: Rounded Corners 45">
            <a:extLst>
              <a:ext uri="{FF2B5EF4-FFF2-40B4-BE49-F238E27FC236}">
                <a16:creationId xmlns:a16="http://schemas.microsoft.com/office/drawing/2014/main" id="{E32E9B49-FCA2-EDCB-581B-A672352E4804}"/>
              </a:ext>
            </a:extLst>
          </p:cNvPr>
          <p:cNvSpPr/>
          <p:nvPr/>
        </p:nvSpPr>
        <p:spPr>
          <a:xfrm>
            <a:off x="3929963" y="4981007"/>
            <a:ext cx="2008289" cy="64744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sz="1300">
                <a:latin typeface="Times New Roman" panose="02020603050405020304" pitchFamily="18" charset="0"/>
                <a:cs typeface="Times New Roman" panose="02020603050405020304" pitchFamily="18" charset="0"/>
              </a:rPr>
              <a:t>Status transitions</a:t>
            </a:r>
            <a:br>
              <a:rPr>
                <a:latin typeface="Times New Roman" panose="02020603050405020304" pitchFamily="18" charset="0"/>
                <a:cs typeface="Times New Roman" panose="02020603050405020304" pitchFamily="18" charset="0"/>
              </a:rPr>
            </a:br>
            <a:r>
              <a:rPr sz="1300">
                <a:latin typeface="Times New Roman" panose="02020603050405020304" pitchFamily="18" charset="0"/>
                <a:cs typeface="Times New Roman" panose="02020603050405020304" pitchFamily="18" charset="0"/>
              </a:rPr>
              <a:t>validated</a:t>
            </a:r>
          </a:p>
        </p:txBody>
      </p:sp>
      <p:cxnSp>
        <p:nvCxnSpPr>
          <p:cNvPr id="48" name="Straight Arrow Connector 47">
            <a:extLst>
              <a:ext uri="{FF2B5EF4-FFF2-40B4-BE49-F238E27FC236}">
                <a16:creationId xmlns:a16="http://schemas.microsoft.com/office/drawing/2014/main" id="{98BCF56F-2CB7-1808-4993-A8EF65C73CB1}"/>
              </a:ext>
            </a:extLst>
          </p:cNvPr>
          <p:cNvCxnSpPr/>
          <p:nvPr/>
        </p:nvCxnSpPr>
        <p:spPr>
          <a:xfrm flipV="1">
            <a:off x="5656224" y="4023572"/>
            <a:ext cx="0" cy="1825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B4451352-7771-9AF3-5E28-51CAE7D8A9A4}"/>
              </a:ext>
            </a:extLst>
          </p:cNvPr>
          <p:cNvCxnSpPr>
            <a:cxnSpLocks/>
          </p:cNvCxnSpPr>
          <p:nvPr/>
        </p:nvCxnSpPr>
        <p:spPr>
          <a:xfrm>
            <a:off x="5566740" y="4373398"/>
            <a:ext cx="0" cy="2197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9" name="Rectangle: Rounded Corners 58">
            <a:extLst>
              <a:ext uri="{FF2B5EF4-FFF2-40B4-BE49-F238E27FC236}">
                <a16:creationId xmlns:a16="http://schemas.microsoft.com/office/drawing/2014/main" id="{5149B20D-FF2D-F7CB-C000-7ECD0CBC51CF}"/>
              </a:ext>
            </a:extLst>
          </p:cNvPr>
          <p:cNvSpPr/>
          <p:nvPr/>
        </p:nvSpPr>
        <p:spPr>
          <a:xfrm>
            <a:off x="10143744" y="1068902"/>
            <a:ext cx="1719072" cy="48107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sz="1400" b="1">
                <a:latin typeface="Times New Roman" panose="02020603050405020304" pitchFamily="18" charset="0"/>
                <a:cs typeface="Times New Roman" panose="02020603050405020304" pitchFamily="18" charset="0"/>
              </a:rPr>
              <a:t>DELIVERED</a:t>
            </a:r>
          </a:p>
        </p:txBody>
      </p:sp>
      <p:sp>
        <p:nvSpPr>
          <p:cNvPr id="61" name="Rectangle 60">
            <a:extLst>
              <a:ext uri="{FF2B5EF4-FFF2-40B4-BE49-F238E27FC236}">
                <a16:creationId xmlns:a16="http://schemas.microsoft.com/office/drawing/2014/main" id="{E9F96DE8-0447-F44A-573F-C2D8D39F5857}"/>
              </a:ext>
            </a:extLst>
          </p:cNvPr>
          <p:cNvSpPr/>
          <p:nvPr/>
        </p:nvSpPr>
        <p:spPr>
          <a:xfrm>
            <a:off x="6461760" y="1936502"/>
            <a:ext cx="3145536" cy="8138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300">
                <a:latin typeface="Times New Roman" panose="02020603050405020304" pitchFamily="18" charset="0"/>
                <a:cs typeface="Times New Roman" panose="02020603050405020304" pitchFamily="18" charset="0"/>
              </a:rPr>
              <a:t>Order completed</a:t>
            </a:r>
          </a:p>
        </p:txBody>
      </p:sp>
      <p:sp>
        <p:nvSpPr>
          <p:cNvPr id="65" name="Arrow: Right 64">
            <a:extLst>
              <a:ext uri="{FF2B5EF4-FFF2-40B4-BE49-F238E27FC236}">
                <a16:creationId xmlns:a16="http://schemas.microsoft.com/office/drawing/2014/main" id="{571D38A2-5775-B827-BCC1-B8076D69A585}"/>
              </a:ext>
            </a:extLst>
          </p:cNvPr>
          <p:cNvSpPr/>
          <p:nvPr/>
        </p:nvSpPr>
        <p:spPr>
          <a:xfrm>
            <a:off x="9348215" y="2265686"/>
            <a:ext cx="662103" cy="1825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67" name="Rectangle: Rounded Corners 66">
            <a:extLst>
              <a:ext uri="{FF2B5EF4-FFF2-40B4-BE49-F238E27FC236}">
                <a16:creationId xmlns:a16="http://schemas.microsoft.com/office/drawing/2014/main" id="{8EB3C59E-21DC-6FBB-1D60-E1DD189EB6B9}"/>
              </a:ext>
            </a:extLst>
          </p:cNvPr>
          <p:cNvSpPr/>
          <p:nvPr/>
        </p:nvSpPr>
        <p:spPr>
          <a:xfrm>
            <a:off x="10010318" y="2048594"/>
            <a:ext cx="1942620" cy="63830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sz="1300">
                <a:latin typeface="Times New Roman" panose="02020603050405020304" pitchFamily="18" charset="0"/>
                <a:cs typeface="Times New Roman" panose="02020603050405020304" pitchFamily="18" charset="0"/>
              </a:rPr>
              <a:t>Customer sees</a:t>
            </a:r>
            <a:br>
              <a:rPr>
                <a:latin typeface="Times New Roman" panose="02020603050405020304" pitchFamily="18" charset="0"/>
                <a:cs typeface="Times New Roman" panose="02020603050405020304" pitchFamily="18" charset="0"/>
              </a:rPr>
            </a:br>
            <a:r>
              <a:rPr sz="1300">
                <a:latin typeface="Times New Roman" panose="02020603050405020304" pitchFamily="18" charset="0"/>
                <a:cs typeface="Times New Roman" panose="02020603050405020304" pitchFamily="18" charset="0"/>
              </a:rPr>
              <a:t>DELIVERED status</a:t>
            </a:r>
          </a:p>
        </p:txBody>
      </p:sp>
      <p:sp>
        <p:nvSpPr>
          <p:cNvPr id="69" name="Rectangle 68">
            <a:extLst>
              <a:ext uri="{FF2B5EF4-FFF2-40B4-BE49-F238E27FC236}">
                <a16:creationId xmlns:a16="http://schemas.microsoft.com/office/drawing/2014/main" id="{215F6CA0-2D39-152F-FDF6-F4DF5302C929}"/>
              </a:ext>
            </a:extLst>
          </p:cNvPr>
          <p:cNvSpPr/>
          <p:nvPr/>
        </p:nvSpPr>
        <p:spPr>
          <a:xfrm>
            <a:off x="6461760" y="955382"/>
            <a:ext cx="3145536" cy="8138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1300">
                <a:latin typeface="Times New Roman" panose="02020603050405020304" pitchFamily="18" charset="0"/>
                <a:cs typeface="Times New Roman" panose="02020603050405020304" pitchFamily="18" charset="0"/>
              </a:rPr>
              <a:t>Delivery completed</a:t>
            </a:r>
          </a:p>
        </p:txBody>
      </p:sp>
      <p:sp>
        <p:nvSpPr>
          <p:cNvPr id="73" name="Arrow: Right 72">
            <a:extLst>
              <a:ext uri="{FF2B5EF4-FFF2-40B4-BE49-F238E27FC236}">
                <a16:creationId xmlns:a16="http://schemas.microsoft.com/office/drawing/2014/main" id="{9F1055C9-6987-4F2C-826A-F5DA7CBBCE70}"/>
              </a:ext>
            </a:extLst>
          </p:cNvPr>
          <p:cNvSpPr/>
          <p:nvPr/>
        </p:nvSpPr>
        <p:spPr>
          <a:xfrm>
            <a:off x="9445752" y="1271008"/>
            <a:ext cx="697992" cy="1825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78" name="Oval 77">
            <a:extLst>
              <a:ext uri="{FF2B5EF4-FFF2-40B4-BE49-F238E27FC236}">
                <a16:creationId xmlns:a16="http://schemas.microsoft.com/office/drawing/2014/main" id="{B8C5C6B5-F547-3463-BC31-210AD9F26D92}"/>
              </a:ext>
            </a:extLst>
          </p:cNvPr>
          <p:cNvSpPr/>
          <p:nvPr/>
        </p:nvSpPr>
        <p:spPr>
          <a:xfrm>
            <a:off x="6508882" y="1069052"/>
            <a:ext cx="581516" cy="58947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11</a:t>
            </a:r>
          </a:p>
        </p:txBody>
      </p:sp>
      <p:sp>
        <p:nvSpPr>
          <p:cNvPr id="82" name="Oval 81">
            <a:extLst>
              <a:ext uri="{FF2B5EF4-FFF2-40B4-BE49-F238E27FC236}">
                <a16:creationId xmlns:a16="http://schemas.microsoft.com/office/drawing/2014/main" id="{7A373302-D5A1-3669-16B9-0D14577AC77B}"/>
              </a:ext>
            </a:extLst>
          </p:cNvPr>
          <p:cNvSpPr/>
          <p:nvPr/>
        </p:nvSpPr>
        <p:spPr>
          <a:xfrm>
            <a:off x="6544293" y="2073010"/>
            <a:ext cx="581516" cy="58947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12</a:t>
            </a:r>
          </a:p>
        </p:txBody>
      </p:sp>
    </p:spTree>
    <p:extLst>
      <p:ext uri="{BB962C8B-B14F-4D97-AF65-F5344CB8AC3E}">
        <p14:creationId xmlns:p14="http://schemas.microsoft.com/office/powerpoint/2010/main" val="4118855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E6A80-D87B-E043-F0CF-F54708D23A0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21A8F06-2AB5-19A2-22F6-92709AAC37F3}"/>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Date Placeholder 2">
            <a:extLst>
              <a:ext uri="{FF2B5EF4-FFF2-40B4-BE49-F238E27FC236}">
                <a16:creationId xmlns:a16="http://schemas.microsoft.com/office/drawing/2014/main" id="{B0310289-31C3-2141-F192-E7F6D2822663}"/>
              </a:ext>
            </a:extLst>
          </p:cNvPr>
          <p:cNvSpPr>
            <a:spLocks noGrp="1"/>
          </p:cNvSpPr>
          <p:nvPr>
            <p:ph type="dt" sz="half" idx="10"/>
          </p:nvPr>
        </p:nvSpPr>
        <p:spPr/>
        <p:txBody>
          <a:bodyPr/>
          <a:lstStyle/>
          <a:p>
            <a:r>
              <a:rPr lang="en-US">
                <a:latin typeface="Times New Roman" panose="02020603050405020304" pitchFamily="18" charset="0"/>
                <a:cs typeface="Times New Roman" panose="02020603050405020304" pitchFamily="18" charset="0"/>
              </a:rPr>
              <a:t>9/23/2026</a:t>
            </a:r>
          </a:p>
        </p:txBody>
      </p:sp>
      <p:sp>
        <p:nvSpPr>
          <p:cNvPr id="6" name="Footer Placeholder 5">
            <a:extLst>
              <a:ext uri="{FF2B5EF4-FFF2-40B4-BE49-F238E27FC236}">
                <a16:creationId xmlns:a16="http://schemas.microsoft.com/office/drawing/2014/main" id="{2F46A88E-600B-852E-4D3A-22DFE1AFCB46}"/>
              </a:ext>
            </a:extLst>
          </p:cNvPr>
          <p:cNvSpPr>
            <a:spLocks noGrp="1"/>
          </p:cNvSpPr>
          <p:nvPr>
            <p:ph type="ftr" sz="quarter" idx="11"/>
          </p:nvPr>
        </p:nvSpPr>
        <p:spPr/>
        <p:txBody>
          <a:bodyPr/>
          <a:lstStyle/>
          <a:p>
            <a:r>
              <a:rPr sz="1200"/>
              <a:t>LogiSphere Project Review-2</a:t>
            </a:r>
          </a:p>
        </p:txBody>
      </p:sp>
      <p:sp>
        <p:nvSpPr>
          <p:cNvPr id="7" name="Slide Number Placeholder 6">
            <a:extLst>
              <a:ext uri="{FF2B5EF4-FFF2-40B4-BE49-F238E27FC236}">
                <a16:creationId xmlns:a16="http://schemas.microsoft.com/office/drawing/2014/main" id="{CD3EDB0F-F64C-9C2A-8863-A16E4D505385}"/>
              </a:ext>
            </a:extLst>
          </p:cNvPr>
          <p:cNvSpPr>
            <a:spLocks noGrp="1"/>
          </p:cNvSpPr>
          <p:nvPr>
            <p:ph type="sldNum" sz="quarter" idx="12"/>
          </p:nvPr>
        </p:nvSpPr>
        <p:spPr/>
        <p:txBody>
          <a:bodyPr/>
          <a:lstStyle/>
          <a:p>
            <a:fld id="{E639234F-78F1-4984-9C4D-D4C7AB587871}" type="slidenum">
              <a:rPr lang="en-US" smtClean="0">
                <a:latin typeface="Times New Roman" panose="02020603050405020304" pitchFamily="18" charset="0"/>
                <a:cs typeface="Times New Roman" panose="02020603050405020304" pitchFamily="18" charset="0"/>
              </a:rPr>
              <a:t>14</a:t>
            </a:fld>
            <a:endParaRPr lang="en-US">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1BC11DC0-E44A-4AFE-1796-A8725B5A1F6E}"/>
              </a:ext>
            </a:extLst>
          </p:cNvPr>
          <p:cNvSpPr/>
          <p:nvPr/>
        </p:nvSpPr>
        <p:spPr>
          <a:xfrm>
            <a:off x="2778492" y="2426786"/>
            <a:ext cx="6303999" cy="1230814"/>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28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5872420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386</TotalTime>
  <Words>1223</Words>
  <Application>Microsoft Office PowerPoint</Application>
  <PresentationFormat>Widescreen</PresentationFormat>
  <Paragraphs>220</Paragraphs>
  <Slides>14</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Hema Latha</cp:lastModifiedBy>
  <cp:revision>53</cp:revision>
  <dcterms:created xsi:type="dcterms:W3CDTF">2026-08-08T06:33:56Z</dcterms:created>
  <dcterms:modified xsi:type="dcterms:W3CDTF">2026-09-24T06:26:33Z</dcterms:modified>
</cp:coreProperties>
</file>