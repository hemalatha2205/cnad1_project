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904" r:id="rId3"/>
    <p:sldId id="707" r:id="rId4"/>
    <p:sldId id="257" r:id="rId5"/>
    <p:sldId id="258" r:id="rId6"/>
    <p:sldId id="905" r:id="rId7"/>
    <p:sldId id="906" r:id="rId8"/>
    <p:sldId id="907" r:id="rId9"/>
    <p:sldId id="259" r:id="rId10"/>
    <p:sldId id="908" r:id="rId11"/>
    <p:sldId id="909" r:id="rId12"/>
    <p:sldId id="910" r:id="rId13"/>
    <p:sldId id="911" r:id="rId14"/>
    <p:sldId id="260" r:id="rId15"/>
    <p:sldId id="9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GIRIDHAR" userId="b3389028c9f914ee" providerId="LiveId" clId="{8CF250E8-AE0F-44BB-8FB6-FE419F5DD7CC}"/>
    <pc:docChg chg="undo redo custSel modSld">
      <pc:chgData name="R GIRIDHAR" userId="b3389028c9f914ee" providerId="LiveId" clId="{8CF250E8-AE0F-44BB-8FB6-FE419F5DD7CC}" dt="2026-09-22T15:40:18.967" v="46" actId="404"/>
      <pc:docMkLst>
        <pc:docMk/>
      </pc:docMkLst>
      <pc:sldChg chg="modSp mod">
        <pc:chgData name="R GIRIDHAR" userId="b3389028c9f914ee" providerId="LiveId" clId="{8CF250E8-AE0F-44BB-8FB6-FE419F5DD7CC}" dt="2026-09-22T15:35:55.994" v="26" actId="113"/>
        <pc:sldMkLst>
          <pc:docMk/>
          <pc:sldMk cId="1843937772" sldId="257"/>
        </pc:sldMkLst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2" creationId="{D122E8B8-54AE-F861-D576-B62C19A557BC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5" creationId="{51A32B0F-0291-0E9C-225A-EAFA44B13EE7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6" creationId="{247450DC-5C76-3221-3705-A7713237DE4A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8" creationId="{3CB58DBC-97DD-CAE2-6032-D8BF2561F46C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9" creationId="{A0E2971C-E3AD-C50E-D8A9-53D42E4114C5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13" creationId="{29EE4090-EF36-DFBB-CF96-A53A4C238E14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15" creationId="{BB35E1DD-EF5E-E110-56A2-0005FA34CA33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17" creationId="{7D61D6F6-3C57-5391-BCEF-3452500F2F30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19" creationId="{72ACF801-9F11-95D9-C225-73623F161ABB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20" creationId="{65A0BC66-F400-0679-5A6C-B0FC7C196639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21" creationId="{6030ABE8-CC40-F883-95FD-A0C7FB018ACE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23" creationId="{B9D74BEC-E5C3-CD34-1242-2AB5985594FC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28" creationId="{8E16EDFE-8B62-B0F0-5AD6-52BCFF29A619}"/>
          </ac:spMkLst>
        </pc:spChg>
      </pc:sldChg>
      <pc:sldChg chg="modSp mod">
        <pc:chgData name="R GIRIDHAR" userId="b3389028c9f914ee" providerId="LiveId" clId="{8CF250E8-AE0F-44BB-8FB6-FE419F5DD7CC}" dt="2026-09-22T15:27:48.618" v="18" actId="404"/>
        <pc:sldMkLst>
          <pc:docMk/>
          <pc:sldMk cId="4118855268" sldId="260"/>
        </pc:sldMkLst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6" creationId="{1E7EC70D-1363-E80E-D957-B7196CB13ADE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7" creationId="{8251C404-5E3A-5943-D47B-EDA9706D2992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10" creationId="{16A34A4D-7561-DA10-E748-B0C92D76FBDD}"/>
          </ac:spMkLst>
        </pc:spChg>
        <pc:spChg chg="mod">
          <ac:chgData name="R GIRIDHAR" userId="b3389028c9f914ee" providerId="LiveId" clId="{8CF250E8-AE0F-44BB-8FB6-FE419F5DD7CC}" dt="2026-09-22T15:27:48.618" v="18" actId="404"/>
          <ac:spMkLst>
            <pc:docMk/>
            <pc:sldMk cId="4118855268" sldId="260"/>
            <ac:spMk id="12" creationId="{F7E67FA0-FA5E-087B-13F6-730566070425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14" creationId="{673C1777-4308-6470-9A09-B1B2ABC84649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18" creationId="{68680EC1-0D83-4B40-266C-C5ED36C944B1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20" creationId="{485C6EA1-02E5-3B41-D976-97C286C30329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40" creationId="{EA2DF740-A4DF-6CC6-794E-DC69037AE7BF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42" creationId="{59B0973A-6172-F8C8-E594-C25AE39CC897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61" creationId="{E9F96DE8-0447-F44A-573F-C2D8D39F5857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67" creationId="{8EB3C59E-21DC-6FBB-1D60-E1DD189EB6B9}"/>
          </ac:spMkLst>
        </pc:spChg>
      </pc:sldChg>
      <pc:sldChg chg="modSp mod">
        <pc:chgData name="R GIRIDHAR" userId="b3389028c9f914ee" providerId="LiveId" clId="{8CF250E8-AE0F-44BB-8FB6-FE419F5DD7CC}" dt="2026-09-22T15:40:18.967" v="46" actId="404"/>
        <pc:sldMkLst>
          <pc:docMk/>
          <pc:sldMk cId="456876379" sldId="904"/>
        </pc:sldMkLst>
        <pc:grpChg chg="mod">
          <ac:chgData name="R GIRIDHAR" userId="b3389028c9f914ee" providerId="LiveId" clId="{8CF250E8-AE0F-44BB-8FB6-FE419F5DD7CC}" dt="2026-09-22T15:38:42.346" v="30" actId="1076"/>
          <ac:grpSpMkLst>
            <pc:docMk/>
            <pc:sldMk cId="456876379" sldId="904"/>
            <ac:grpSpMk id="21" creationId="{B5A8CA37-C090-A9D8-75D0-A7A7D5DEBE24}"/>
          </ac:grpSpMkLst>
        </pc:grpChg>
        <pc:graphicFrameChg chg="mod modGraphic">
          <ac:chgData name="R GIRIDHAR" userId="b3389028c9f914ee" providerId="LiveId" clId="{8CF250E8-AE0F-44BB-8FB6-FE419F5DD7CC}" dt="2026-09-22T15:40:18.967" v="46" actId="404"/>
          <ac:graphicFrameMkLst>
            <pc:docMk/>
            <pc:sldMk cId="456876379" sldId="904"/>
            <ac:graphicFrameMk id="18" creationId="{BD22BC4D-4857-7D81-7819-37B7BB426420}"/>
          </ac:graphicFrameMkLst>
        </pc:graphicFrameChg>
      </pc:sldChg>
      <pc:sldChg chg="modSp mod">
        <pc:chgData name="R GIRIDHAR" userId="b3389028c9f914ee" providerId="LiveId" clId="{8CF250E8-AE0F-44BB-8FB6-FE419F5DD7CC}" dt="2026-09-22T15:27:39.746" v="16" actId="2711"/>
        <pc:sldMkLst>
          <pc:docMk/>
          <pc:sldMk cId="1710145194" sldId="911"/>
        </pc:sldMkLst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6" creationId="{0E7E1E94-D77E-C52D-7AA2-DD864B3B5D59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8" creationId="{3FEC8A72-02C9-003D-6FD0-F215F26AE835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10" creationId="{44DC9BAA-A486-0688-B390-CFA4101D7AB6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11" creationId="{610779E5-5D2B-B314-07FC-876097C6CCDF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12" creationId="{139E0AAE-8210-208F-3960-BC66FE025475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22" creationId="{AB37768A-C957-F77E-9B08-9F6FBA5F264C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38" creationId="{550F307F-E288-E6AA-6F32-066DF9727CEE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42" creationId="{6B5E090A-6E37-9BC2-D47B-2E41F98D9A57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48" creationId="{7E010B41-D9F5-56E4-879A-9629DD0DDD24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52" creationId="{829C272E-D6FE-01BC-4B5B-150DA802325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23638-A354-4ED2-926C-C6D9EC2A0A8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8007-B903-4AEC-9344-724B9C6D2AC2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06720-E660-4010-AFCB-B0DB149C8D78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31AF3-29CE-4CD9-87B3-00950528BFC9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7E7F-0DDD-461A-A2E5-2F5E5627BB8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BDC8-C015-40B5-9206-6706C59CFCFE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6E59-154C-4586-A28C-88ED4A253709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F331-0247-4E76-B191-7CD6DD94A982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9637-A4B5-4B3A-838D-7417153CBC31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E6A-8D99-4934-B644-23B94708E28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A72BD-2059-4ED1-80AD-F42CDA9FF486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EF6B-C4E1-4678-881E-6C92136D09A0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65ACE-75CC-44CC-9488-D7B51EF44D27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E606-2588-4469-A549-E5F74B24FA54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58F9-1A33-4E6B-AC61-3D3F1FD2D5B3}" type="datetime1">
              <a:rPr lang="en-US" smtClean="0"/>
              <a:t>9/23/2026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36B9-251A-43A8-B8A8-1773F024A21F}" type="datetime1">
              <a:rPr lang="en-US" smtClean="0"/>
              <a:t>9/23/2026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A5B43-F207-4949-B6F6-5AFB1FBC94B0}" type="datetime1">
              <a:rPr lang="en-US" smtClean="0"/>
              <a:t>9/23/2026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EA2A3-0B1E-4E57-94D1-6740751AB7DD}" type="datetime1">
              <a:rPr lang="en-US" smtClean="0"/>
              <a:t>9/23/2026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0370-C1E7-466A-B4BE-B307CD737305}" type="datetime1">
              <a:rPr lang="en-US" smtClean="0"/>
              <a:t>9/23/2026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4661-14D2-4FD6-9F1A-C9B337220931}" type="datetime1">
              <a:rPr lang="en-US" smtClean="0"/>
              <a:t>9/23/2026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564B-6783-4AB0-BB9D-78B25718375F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8AAA-D480-4757-9245-2C17A7796392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BD984-F72B-4588-81A2-398E3121255F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88C7D-763A-4911-9DDF-62019901DFD3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741088" y="2821152"/>
            <a:ext cx="6200774" cy="40011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  </a:t>
            </a:r>
            <a:fld id="{DB2E89D6-E033-4DB9-A26E-59DC7529D659}" type="datetime2">
              <a:rPr lang="en-IN" sz="20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23 September 2026</a:t>
            </a:fld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52031"/>
              </p:ext>
            </p:extLst>
          </p:nvPr>
        </p:nvGraphicFramePr>
        <p:xfrm>
          <a:off x="8133822" y="4811429"/>
          <a:ext cx="3576396" cy="1613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6396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44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 Hemalatha - 2420030698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Bhagyalaxmi - 2420030700</a:t>
                      </a:r>
                      <a:endParaRPr lang="en-IN" sz="12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 Yashaswini - 2420030016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endParaRPr lang="en-IN" sz="12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55886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25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Patha Srilatha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</a:t>
                      </a:r>
                      <a:b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</a:b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0052-F003-4DFB-ABD6-8A24E3BFAA3B}" type="datetime1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60509" y="967742"/>
            <a:ext cx="107156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000" b="1" dirty="0" err="1">
                <a:solidFill>
                  <a:schemeClr val="bg1"/>
                </a:solidFill>
              </a:rPr>
              <a:t>LogiSphere</a:t>
            </a:r>
            <a:r>
              <a:rPr lang="en-IN" sz="2000" b="1" dirty="0">
                <a:solidFill>
                  <a:schemeClr val="bg1"/>
                </a:solidFill>
              </a:rPr>
              <a:t>: An Adaptive Cloud-Native Logistics and Supply Chain Management Platform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45687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B39408-D228-4413-A27B-663ACC45178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6456041"/>
              </p:ext>
            </p:extLst>
          </p:nvPr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01CA-E6BE-4C88-9ACA-2715A5D502F0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32B0F-0291-0E9C-225A-EAFA44B13EE7}"/>
              </a:ext>
            </a:extLst>
          </p:cNvPr>
          <p:cNvSpPr txBox="1"/>
          <p:nvPr/>
        </p:nvSpPr>
        <p:spPr>
          <a:xfrm>
            <a:off x="659009" y="1361966"/>
            <a:ext cx="72502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cloud-native safety layer that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proposed application or infrastructure change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deployment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answers: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changed? What can be affected? How risky is it? How should it be deployed safely?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A7E9C-1AFF-C33F-A33F-AF8B6FB2DEE6}"/>
              </a:ext>
            </a:extLst>
          </p:cNvPr>
          <p:cNvSpPr txBox="1"/>
          <p:nvPr/>
        </p:nvSpPr>
        <p:spPr>
          <a:xfrm>
            <a:off x="619680" y="4575589"/>
            <a:ext cx="63513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designed to identify affected components, calculate risk, recommend a deployment strategy, and safely handle unhealthy deployments.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11052-6444-32B8-6FD1-F24CD806DAB2}"/>
              </a:ext>
            </a:extLst>
          </p:cNvPr>
          <p:cNvSpPr txBox="1"/>
          <p:nvPr/>
        </p:nvSpPr>
        <p:spPr>
          <a:xfrm>
            <a:off x="8833397" y="688265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Process: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E2971C-E3AD-C50E-D8A9-53D42E4114C5}"/>
              </a:ext>
            </a:extLst>
          </p:cNvPr>
          <p:cNvSpPr/>
          <p:nvPr/>
        </p:nvSpPr>
        <p:spPr>
          <a:xfrm>
            <a:off x="8359317" y="1142551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EE4090-EF36-DFBB-CF96-A53A4C238E14}"/>
              </a:ext>
            </a:extLst>
          </p:cNvPr>
          <p:cNvSpPr/>
          <p:nvPr/>
        </p:nvSpPr>
        <p:spPr>
          <a:xfrm>
            <a:off x="8359317" y="1914488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35E1DD-EF5E-E110-56A2-0005FA34CA33}"/>
              </a:ext>
            </a:extLst>
          </p:cNvPr>
          <p:cNvSpPr/>
          <p:nvPr/>
        </p:nvSpPr>
        <p:spPr>
          <a:xfrm>
            <a:off x="8359317" y="2652774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Blast Radius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61D6F6-3C57-5391-BCEF-3452500F2F30}"/>
              </a:ext>
            </a:extLst>
          </p:cNvPr>
          <p:cNvSpPr/>
          <p:nvPr/>
        </p:nvSpPr>
        <p:spPr>
          <a:xfrm>
            <a:off x="8359317" y="3433187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ACF801-9F11-95D9-C225-73623F161ABB}"/>
              </a:ext>
            </a:extLst>
          </p:cNvPr>
          <p:cNvSpPr/>
          <p:nvPr/>
        </p:nvSpPr>
        <p:spPr>
          <a:xfrm>
            <a:off x="8359317" y="4138797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30ABE8-CC40-F883-95FD-A0C7FB018ACE}"/>
              </a:ext>
            </a:extLst>
          </p:cNvPr>
          <p:cNvSpPr/>
          <p:nvPr/>
        </p:nvSpPr>
        <p:spPr>
          <a:xfrm>
            <a:off x="8359317" y="4874229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D74BEC-E5C3-CD34-1242-2AB5985594FC}"/>
              </a:ext>
            </a:extLst>
          </p:cNvPr>
          <p:cNvSpPr/>
          <p:nvPr/>
        </p:nvSpPr>
        <p:spPr>
          <a:xfrm>
            <a:off x="8359317" y="5650740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/ Rollback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6A2D42C-0250-DB25-D70F-48A34A381C95}"/>
              </a:ext>
            </a:extLst>
          </p:cNvPr>
          <p:cNvSpPr/>
          <p:nvPr/>
        </p:nvSpPr>
        <p:spPr>
          <a:xfrm>
            <a:off x="9546336" y="1600200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6851BE2-921D-3D95-BD37-8CFB314028C7}"/>
              </a:ext>
            </a:extLst>
          </p:cNvPr>
          <p:cNvSpPr/>
          <p:nvPr/>
        </p:nvSpPr>
        <p:spPr>
          <a:xfrm>
            <a:off x="9546336" y="2383126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65A0BC66-F400-0679-5A6C-B0FC7C196639}"/>
              </a:ext>
            </a:extLst>
          </p:cNvPr>
          <p:cNvSpPr/>
          <p:nvPr/>
        </p:nvSpPr>
        <p:spPr>
          <a:xfrm>
            <a:off x="9546336" y="3149005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83CEDAF-0DF8-7E0F-94AD-4B00F39A1671}"/>
              </a:ext>
            </a:extLst>
          </p:cNvPr>
          <p:cNvSpPr/>
          <p:nvPr/>
        </p:nvSpPr>
        <p:spPr>
          <a:xfrm>
            <a:off x="9546336" y="3899571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EBA4041-C73A-5D2F-B827-443090979242}"/>
              </a:ext>
            </a:extLst>
          </p:cNvPr>
          <p:cNvSpPr/>
          <p:nvPr/>
        </p:nvSpPr>
        <p:spPr>
          <a:xfrm>
            <a:off x="9548037" y="4575589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8E16EDFE-8B62-B0F0-5AD6-52BCFF29A619}"/>
              </a:ext>
            </a:extLst>
          </p:cNvPr>
          <p:cNvSpPr/>
          <p:nvPr/>
        </p:nvSpPr>
        <p:spPr>
          <a:xfrm>
            <a:off x="9555480" y="5423031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61B-5370-4627-9699-2EF54999E078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Requirements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D121C-4D7B-EE7E-9FFB-785374E6B857}"/>
              </a:ext>
            </a:extLst>
          </p:cNvPr>
          <p:cNvSpPr txBox="1"/>
          <p:nvPr/>
        </p:nvSpPr>
        <p:spPr>
          <a:xfrm>
            <a:off x="533399" y="1450568"/>
            <a:ext cx="102132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applications contain multiple interconnected microservices and Kubernetes resources. A small configuration or deployment change can affect dependent services and cause failures or downtime.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944DF-66BC-8DF1-5A91-E0A04FCADAC8}"/>
              </a:ext>
            </a:extLst>
          </p:cNvPr>
          <p:cNvSpPr txBox="1"/>
          <p:nvPr/>
        </p:nvSpPr>
        <p:spPr>
          <a:xfrm>
            <a:off x="533399" y="2750786"/>
            <a:ext cx="10380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change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deployment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identifies its impact and risk, recommends a deployment strategy, and monitors the deployment for safe promotion or rollback.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57663-CB11-49E7-0F40-2F914060E62D}"/>
              </a:ext>
            </a:extLst>
          </p:cNvPr>
          <p:cNvSpPr txBox="1"/>
          <p:nvPr/>
        </p:nvSpPr>
        <p:spPr>
          <a:xfrm>
            <a:off x="533398" y="3730245"/>
            <a:ext cx="50492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configuration/deployment changes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resource dependencies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affected components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blast radius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risk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deployment strategy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0227A-097B-4DA7-35EA-45F9F2DD224A}"/>
              </a:ext>
            </a:extLst>
          </p:cNvPr>
          <p:cNvSpPr txBox="1"/>
          <p:nvPr/>
        </p:nvSpPr>
        <p:spPr>
          <a:xfrm>
            <a:off x="5582652" y="4276569"/>
            <a:ext cx="4114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controlled deployment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application health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rollback on failure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through dashboard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CB45B-1CC3-5CD1-9806-32A3F610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E05E4-9B10-24ED-5310-33198FD86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ECB80-69D3-6251-F3B1-55D48E51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20D-A4F7-4966-BA59-844FFED52D95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26186-22F3-E2C7-994F-9AF41284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78DE3-82FB-AA07-CBF9-DD4AFEA9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9E488E-5036-FA9D-D1DC-145C4D33878A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/ Blueprint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BF0FB2-C754-763E-2FE7-DE8068353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652" y="1040409"/>
            <a:ext cx="5603642" cy="581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82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02BB-DE0A-5717-6893-E2D1C7C4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73561-7D13-0459-DC8D-51CC7E0B0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CA1B4-A322-1568-0BC8-5AA3E2B5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3FCB-26B8-41C9-BA88-6A5F924E7266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76939-F03D-0BC3-A387-C8063A8E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0C6CA-621A-533E-02D0-9DF319FC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1BBC5A-0354-0CB7-48A1-027E4F8C56BD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 / Module-wise Description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178A65-F29F-8AEB-0E80-21124EE8F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89547"/>
              </p:ext>
            </p:extLst>
          </p:nvPr>
        </p:nvGraphicFramePr>
        <p:xfrm>
          <a:off x="1203975" y="1326787"/>
          <a:ext cx="10008078" cy="430464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004039">
                  <a:extLst>
                    <a:ext uri="{9D8B030D-6E8A-4147-A177-3AD203B41FA5}">
                      <a16:colId xmlns:a16="http://schemas.microsoft.com/office/drawing/2014/main" val="2256176517"/>
                    </a:ext>
                  </a:extLst>
                </a:gridCol>
                <a:gridCol w="5004039">
                  <a:extLst>
                    <a:ext uri="{9D8B030D-6E8A-4147-A177-3AD203B41FA5}">
                      <a16:colId xmlns:a16="http://schemas.microsoft.com/office/drawing/2014/main" val="2605876277"/>
                    </a:ext>
                  </a:extLst>
                </a:gridCol>
              </a:tblGrid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marL="87027" marR="87027" marT="43513" marB="4351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7027" marR="87027" marT="43513" marB="43513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28141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Detection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old and new configuration/manifests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33928823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 Analyzer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relationships between Kubernetes resources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328230217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Analyzer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Finds potentially affected services/resources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667997888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Engine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Calculates risk score from identified factors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168746894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Strategy Advisor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Recommends Rolling/Canary/Blue-Green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613002846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Engine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controlled Kubernetes deployment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042909134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Tracks runtime health and metrics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555511579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Rollback Manager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Restores previous stable version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088595097"/>
                  </a:ext>
                </a:extLst>
              </a:tr>
              <a:tr h="58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change, impact, risk and deployment status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160082655"/>
                  </a:ext>
                </a:extLst>
              </a:tr>
              <a:tr h="58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Explanation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technical results into understandable explanations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4215223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DB8DC6-1432-D3AB-9068-C2407B72EBD9}"/>
              </a:ext>
            </a:extLst>
          </p:cNvPr>
          <p:cNvSpPr txBox="1"/>
          <p:nvPr/>
        </p:nvSpPr>
        <p:spPr>
          <a:xfrm>
            <a:off x="1103670" y="5746175"/>
            <a:ext cx="10108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documentation identifies change detection, dependency analysis, impact analysis, risk scoring, deployment strategy, monitoring and rollback as the main functional components.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04F78F-177C-9C4C-D5C3-DF1FFC3CAA40}"/>
              </a:ext>
            </a:extLst>
          </p:cNvPr>
          <p:cNvSpPr txBox="1"/>
          <p:nvPr/>
        </p:nvSpPr>
        <p:spPr>
          <a:xfrm>
            <a:off x="1203975" y="990616"/>
            <a:ext cx="2050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Modules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17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4A79-47CB-7E06-B99F-F1EED5A2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701C4-6ECF-6721-A426-FB86A4EDC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0AFD7-0198-3E7B-9F07-5673BFB5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27795-34FD-4C97-A661-0C7F9B7C1009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F9691-4CCB-33FC-111D-FCD58D26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CAFF7-5DCF-D7E9-CDA6-2384F0BF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357598-E031-1ECB-04A5-D1480F7AEB34}"/>
              </a:ext>
            </a:extLst>
          </p:cNvPr>
          <p:cNvSpPr/>
          <p:nvPr/>
        </p:nvSpPr>
        <p:spPr>
          <a:xfrm>
            <a:off x="2703871" y="268328"/>
            <a:ext cx="590672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Module: Change, Dependency &amp; Impact Analysis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5B2A3-3AD6-6B09-F6B4-8BD5613ED9A7}"/>
              </a:ext>
            </a:extLst>
          </p:cNvPr>
          <p:cNvSpPr txBox="1"/>
          <p:nvPr/>
        </p:nvSpPr>
        <p:spPr>
          <a:xfrm>
            <a:off x="857432" y="1391380"/>
            <a:ext cx="3200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Configuration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DIFF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Configuration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Parameters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3 → 1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: 512Mi → 128Mi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F7CAE-E13F-3AB1-8995-49D274186127}"/>
              </a:ext>
            </a:extLst>
          </p:cNvPr>
          <p:cNvSpPr txBox="1"/>
          <p:nvPr/>
        </p:nvSpPr>
        <p:spPr>
          <a:xfrm>
            <a:off x="4038600" y="1391380"/>
            <a:ext cx="249946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Dependency Analysis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A9037F-FAB4-0150-160F-418C7D18E626}"/>
              </a:ext>
            </a:extLst>
          </p:cNvPr>
          <p:cNvSpPr txBox="1"/>
          <p:nvPr/>
        </p:nvSpPr>
        <p:spPr>
          <a:xfrm>
            <a:off x="7713873" y="1391380"/>
            <a:ext cx="22005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Impact Analysis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Service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Services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Pods/APIs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Radius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42296-DB48-D08B-8844-03F06513378D}"/>
              </a:ext>
            </a:extLst>
          </p:cNvPr>
          <p:cNvSpPr txBox="1"/>
          <p:nvPr/>
        </p:nvSpPr>
        <p:spPr>
          <a:xfrm>
            <a:off x="2457632" y="5414159"/>
            <a:ext cx="7436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dependency graph is the key technical contribution of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96194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38551-FA8D-47B6-9188-BA0DF52B5A3E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Module: Risk &amp; Deployment Decision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C0C61-86E7-F548-A175-B4FD573F290E}"/>
              </a:ext>
            </a:extLst>
          </p:cNvPr>
          <p:cNvSpPr txBox="1"/>
          <p:nvPr/>
        </p:nvSpPr>
        <p:spPr>
          <a:xfrm>
            <a:off x="352926" y="844968"/>
            <a:ext cx="59837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Calculation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implementation will use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risk engine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Change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Impact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Criticality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Risk Score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0B306-E6F4-7741-849B-9E4C68B2FCB0}"/>
              </a:ext>
            </a:extLst>
          </p:cNvPr>
          <p:cNvSpPr txBox="1"/>
          <p:nvPr/>
        </p:nvSpPr>
        <p:spPr>
          <a:xfrm>
            <a:off x="352926" y="4339323"/>
            <a:ext cx="57430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Decision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0–30     → LOW       → Rolling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31–60    → MEDIUM    → Canary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61–80    → HIGH      → Canary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81–100   → CRITICAL  → Canary/Blue-Green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rule-based approach is explicitly proposed for the initial project implementation.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958E24-F31B-7D03-B372-B7AE52301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163711"/>
              </p:ext>
            </p:extLst>
          </p:nvPr>
        </p:nvGraphicFramePr>
        <p:xfrm>
          <a:off x="6257880" y="2297992"/>
          <a:ext cx="4844846" cy="29260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422423">
                  <a:extLst>
                    <a:ext uri="{9D8B030D-6E8A-4147-A177-3AD203B41FA5}">
                      <a16:colId xmlns:a16="http://schemas.microsoft.com/office/drawing/2014/main" val="1328477526"/>
                    </a:ext>
                  </a:extLst>
                </a:gridCol>
                <a:gridCol w="2422423">
                  <a:extLst>
                    <a:ext uri="{9D8B030D-6E8A-4147-A177-3AD203B41FA5}">
                      <a16:colId xmlns:a16="http://schemas.microsoft.com/office/drawing/2014/main" val="2895043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Factor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90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Replica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644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81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Probe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570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889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284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64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Risk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0290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4EF6FE-F808-6D1F-D617-01D4D8635E9D}"/>
              </a:ext>
            </a:extLst>
          </p:cNvPr>
          <p:cNvSpPr txBox="1"/>
          <p:nvPr/>
        </p:nvSpPr>
        <p:spPr>
          <a:xfrm>
            <a:off x="6257880" y="1928660"/>
            <a:ext cx="120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FFF90-2883-E0D8-3675-32A239E6A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521D56-642E-7012-CD6C-3E67B1085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8BC68-6D6F-10CA-A052-8DBD498E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803D-55E1-41F4-9E11-840C41E6B76F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392B8-32E6-40BD-AD07-F98EE8B5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BAE6A-A41E-4418-C91E-DA3F07C1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3B7142-CFB7-CE35-181F-428A80604A53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4C8E0-0076-79A9-FF5D-B0DC55D6B55C}"/>
              </a:ext>
            </a:extLst>
          </p:cNvPr>
          <p:cNvSpPr txBox="1"/>
          <p:nvPr/>
        </p:nvSpPr>
        <p:spPr>
          <a:xfrm>
            <a:off x="410906" y="844968"/>
            <a:ext cx="191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4F0EDB-6E97-C7F0-8235-2F6FB05CE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52697"/>
              </p:ext>
            </p:extLst>
          </p:nvPr>
        </p:nvGraphicFramePr>
        <p:xfrm>
          <a:off x="410906" y="1424992"/>
          <a:ext cx="7578062" cy="435133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789031">
                  <a:extLst>
                    <a:ext uri="{9D8B030D-6E8A-4147-A177-3AD203B41FA5}">
                      <a16:colId xmlns:a16="http://schemas.microsoft.com/office/drawing/2014/main" val="3862139285"/>
                    </a:ext>
                  </a:extLst>
                </a:gridCol>
                <a:gridCol w="3789031">
                  <a:extLst>
                    <a:ext uri="{9D8B030D-6E8A-4147-A177-3AD203B41FA5}">
                      <a16:colId xmlns:a16="http://schemas.microsoft.com/office/drawing/2014/main" val="4089869980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marL="83680" marR="83680" marT="41840" marB="4184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marL="83680" marR="83680" marT="41840" marB="4184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43561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React, Tailwind CSS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1424858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FastAPI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9311475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1031136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Containerization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18491643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Kubernetes,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Minikube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3405612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 Management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Helm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4655844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CI/CD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Actions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117699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Trivy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4216133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Prometheus, Grafana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8643561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GitOps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Argo CD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9040410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/ EKS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5173332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 API / LLM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639898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1C7E208-D1D2-778B-588F-871C17D228EC}"/>
              </a:ext>
            </a:extLst>
          </p:cNvPr>
          <p:cNvSpPr txBox="1"/>
          <p:nvPr/>
        </p:nvSpPr>
        <p:spPr>
          <a:xfrm>
            <a:off x="8610600" y="993540"/>
            <a:ext cx="2519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Order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5AA03D-298B-4408-6BE9-4FD65C2E2A34}"/>
              </a:ext>
            </a:extLst>
          </p:cNvPr>
          <p:cNvSpPr txBox="1"/>
          <p:nvPr/>
        </p:nvSpPr>
        <p:spPr>
          <a:xfrm>
            <a:off x="8757499" y="1458954"/>
            <a:ext cx="222528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Docker/Kubernetes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+ Impact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Engine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Deployment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Monitoring/Rollback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19646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9F23-DB15-647D-D509-3ABE19F6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E3923A-A9A1-E50D-4019-6F6F2603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16CC0-C3C8-308F-D535-9537EA3A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AD0-C83D-4A8E-B84B-C8BEC0B6D007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07D2A-97DE-06DC-3CA5-92681D62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6DDD-47CA-C825-CFCE-B1F02B4E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8062"/>
            <a:ext cx="2743200" cy="365125"/>
          </a:xfrm>
        </p:spPr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48CFB4-ACFC-9B4F-67F0-D089FB06A099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Integration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BE2AB4-A5F9-F50A-77F7-D9C2D0EE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8753"/>
            <a:ext cx="12192000" cy="48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33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B94D-0C3C-3369-92FB-F203EB34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87AC07-E384-0F06-E84F-3C66A5356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1A038-FC9C-6386-9EBB-A790AB11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0710-8A6A-47CC-BA8E-629AE940BDE4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B09DD-D473-DF1A-E645-479EE484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EB127-B4DA-B4C8-C5EA-95128D4E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68D031-2C8F-8E16-AD8A-237961AD9BB3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Contribution &amp; Work Plan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961A0-DA9C-160D-9789-06D6EB83E27A}"/>
              </a:ext>
            </a:extLst>
          </p:cNvPr>
          <p:cNvSpPr txBox="1"/>
          <p:nvPr/>
        </p:nvSpPr>
        <p:spPr>
          <a:xfrm>
            <a:off x="465221" y="1652337"/>
            <a:ext cx="381546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1 — DevOps &amp; Kubernetes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Difficulty: Hard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 </a:t>
            </a: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Trivy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Rolling/Canary deployment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32130-9AB7-D507-A7DC-EE781FD515B6}"/>
              </a:ext>
            </a:extLst>
          </p:cNvPr>
          <p:cNvSpPr txBox="1"/>
          <p:nvPr/>
        </p:nvSpPr>
        <p:spPr>
          <a:xfrm>
            <a:off x="4636169" y="1696020"/>
            <a:ext cx="366510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2 — Core Analysis &amp; Risk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Difficulty: Hardest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Graph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Radius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Engine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Recommendation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43559-5281-229B-107E-74E3C7DFCE57}"/>
              </a:ext>
            </a:extLst>
          </p:cNvPr>
          <p:cNvSpPr txBox="1"/>
          <p:nvPr/>
        </p:nvSpPr>
        <p:spPr>
          <a:xfrm>
            <a:off x="8986239" y="1696020"/>
            <a:ext cx="318779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3 — Dashboard &amp; AI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Difficulty: Medium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Dashboard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Visualization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Visualization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UI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Explanation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7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3FA-4B98-8FB7-7508-0A275BF3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724613-DF89-74C1-E1C5-2882F7A3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E5A8A-11B3-A9E2-F729-F7480DF9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C179-6FEE-49AF-97CD-FE3E56DE3F26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F3EC2-08AE-3551-D484-C8EA054C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E1E94-D77E-C52D-7AA2-DD864B3B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EC8A72-02C9-003D-6FD0-F215F26AE835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&amp; Expected Outcome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C9BAA-A486-0688-B390-CFA4101D7AB6}"/>
              </a:ext>
            </a:extLst>
          </p:cNvPr>
          <p:cNvSpPr txBox="1"/>
          <p:nvPr/>
        </p:nvSpPr>
        <p:spPr>
          <a:xfrm>
            <a:off x="7464483" y="1495470"/>
            <a:ext cx="4345036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        : 86/100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         : CRITICAL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Radius       : HIGH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             : CANARY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       : 10% → 90%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                : UNHEALTHY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          : BLOCKED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Rollback             : SUCCESS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2246D-79B4-A977-F68F-48B90D78E501}"/>
              </a:ext>
            </a:extLst>
          </p:cNvPr>
          <p:cNvSpPr/>
          <p:nvPr/>
        </p:nvSpPr>
        <p:spPr>
          <a:xfrm>
            <a:off x="694944" y="2998329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the change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10779E5-5D2B-B314-07FC-876097C6CCDF}"/>
              </a:ext>
            </a:extLst>
          </p:cNvPr>
          <p:cNvSpPr/>
          <p:nvPr/>
        </p:nvSpPr>
        <p:spPr>
          <a:xfrm>
            <a:off x="3517734" y="3337495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9E0AAE-8210-208F-3960-BC66FE025475}"/>
              </a:ext>
            </a:extLst>
          </p:cNvPr>
          <p:cNvSpPr/>
          <p:nvPr/>
        </p:nvSpPr>
        <p:spPr>
          <a:xfrm>
            <a:off x="4279392" y="1073405"/>
            <a:ext cx="1719072" cy="481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Replicas: 3-&gt;1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504AAC-74E3-C060-83C5-0FE9C4F50B31}"/>
              </a:ext>
            </a:extLst>
          </p:cNvPr>
          <p:cNvSpPr/>
          <p:nvPr/>
        </p:nvSpPr>
        <p:spPr>
          <a:xfrm>
            <a:off x="694944" y="1993392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CI/CD pipeline starts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0BB991C-246D-BF54-05FC-D0E565D484D1}"/>
              </a:ext>
            </a:extLst>
          </p:cNvPr>
          <p:cNvSpPr/>
          <p:nvPr/>
        </p:nvSpPr>
        <p:spPr>
          <a:xfrm>
            <a:off x="774192" y="2196676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A45654F-E5BC-5B44-5C79-C594288CAD7E}"/>
              </a:ext>
            </a:extLst>
          </p:cNvPr>
          <p:cNvSpPr/>
          <p:nvPr/>
        </p:nvSpPr>
        <p:spPr>
          <a:xfrm>
            <a:off x="3581399" y="2322576"/>
            <a:ext cx="662103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1F2A43-BC0A-3F74-AE30-E31CC7FA1EB0}"/>
              </a:ext>
            </a:extLst>
          </p:cNvPr>
          <p:cNvSpPr/>
          <p:nvPr/>
        </p:nvSpPr>
        <p:spPr>
          <a:xfrm>
            <a:off x="4199304" y="3083188"/>
            <a:ext cx="2892356" cy="5868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detected(replica reduction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6E98C4-C635-6766-41F9-42CED0CB6451}"/>
              </a:ext>
            </a:extLst>
          </p:cNvPr>
          <p:cNvSpPr/>
          <p:nvPr/>
        </p:nvSpPr>
        <p:spPr>
          <a:xfrm>
            <a:off x="694944" y="1012272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makes a configuration change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37768A-C957-F77E-9B08-9F6FBA5F264C}"/>
              </a:ext>
            </a:extLst>
          </p:cNvPr>
          <p:cNvSpPr/>
          <p:nvPr/>
        </p:nvSpPr>
        <p:spPr>
          <a:xfrm>
            <a:off x="694944" y="3980570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graph is generated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2DCA3A-2266-6817-D132-160311E36B02}"/>
              </a:ext>
            </a:extLst>
          </p:cNvPr>
          <p:cNvSpPr/>
          <p:nvPr/>
        </p:nvSpPr>
        <p:spPr>
          <a:xfrm>
            <a:off x="774192" y="1183768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71DAAE2-5723-1465-CA2E-CE3A16D32DA0}"/>
              </a:ext>
            </a:extLst>
          </p:cNvPr>
          <p:cNvSpPr/>
          <p:nvPr/>
        </p:nvSpPr>
        <p:spPr>
          <a:xfrm>
            <a:off x="755806" y="4156445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1AA509C-A99B-6A4E-48DE-92D8D61E318A}"/>
              </a:ext>
            </a:extLst>
          </p:cNvPr>
          <p:cNvSpPr/>
          <p:nvPr/>
        </p:nvSpPr>
        <p:spPr>
          <a:xfrm>
            <a:off x="755806" y="3192901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176372-D2A9-1B32-29E0-F5D76DC273D5}"/>
              </a:ext>
            </a:extLst>
          </p:cNvPr>
          <p:cNvSpPr/>
          <p:nvPr/>
        </p:nvSpPr>
        <p:spPr>
          <a:xfrm>
            <a:off x="694944" y="4962811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+ blast radius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4C4C1C5-B641-77B8-536C-F0E8DAEA8CB8}"/>
              </a:ext>
            </a:extLst>
          </p:cNvPr>
          <p:cNvSpPr/>
          <p:nvPr/>
        </p:nvSpPr>
        <p:spPr>
          <a:xfrm>
            <a:off x="3586314" y="1247538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0F307F-E288-E6AA-6F32-066DF9727CEE}"/>
              </a:ext>
            </a:extLst>
          </p:cNvPr>
          <p:cNvSpPr/>
          <p:nvPr/>
        </p:nvSpPr>
        <p:spPr>
          <a:xfrm>
            <a:off x="755806" y="5187156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434F6B0-3997-E27E-B235-8E84CBA76848}"/>
              </a:ext>
            </a:extLst>
          </p:cNvPr>
          <p:cNvSpPr/>
          <p:nvPr/>
        </p:nvSpPr>
        <p:spPr>
          <a:xfrm>
            <a:off x="3501312" y="4262999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6B5E090A-6E37-9BC2-D47B-2E41F98D9A57}"/>
              </a:ext>
            </a:extLst>
          </p:cNvPr>
          <p:cNvSpPr/>
          <p:nvPr/>
        </p:nvSpPr>
        <p:spPr>
          <a:xfrm>
            <a:off x="3472698" y="5253705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DCD77FF-4B7A-7D6B-2971-A29FFC673BBE}"/>
              </a:ext>
            </a:extLst>
          </p:cNvPr>
          <p:cNvSpPr/>
          <p:nvPr/>
        </p:nvSpPr>
        <p:spPr>
          <a:xfrm>
            <a:off x="4190540" y="4108521"/>
            <a:ext cx="2460637" cy="5491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Payment-&gt;order-&gt;API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E010B41-D9F5-56E4-879A-9629DD0DDD24}"/>
              </a:ext>
            </a:extLst>
          </p:cNvPr>
          <p:cNvSpPr/>
          <p:nvPr/>
        </p:nvSpPr>
        <p:spPr>
          <a:xfrm>
            <a:off x="4170690" y="5019278"/>
            <a:ext cx="2314556" cy="6927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services affected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pods affected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29C272E-D6FE-01BC-4B5B-150DA802325C}"/>
              </a:ext>
            </a:extLst>
          </p:cNvPr>
          <p:cNvSpPr/>
          <p:nvPr/>
        </p:nvSpPr>
        <p:spPr>
          <a:xfrm>
            <a:off x="4256280" y="2196676"/>
            <a:ext cx="1719072" cy="481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</a:t>
            </a:r>
          </a:p>
        </p:txBody>
      </p:sp>
    </p:spTree>
    <p:extLst>
      <p:ext uri="{BB962C8B-B14F-4D97-AF65-F5344CB8AC3E}">
        <p14:creationId xmlns:p14="http://schemas.microsoft.com/office/powerpoint/2010/main" val="1710145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B550-A5F7-4FB7-BFF9-40E2B4C39B92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163A9-2E65-49F3-86F6-E4826D784AE8}"/>
              </a:ext>
            </a:extLst>
          </p:cNvPr>
          <p:cNvSpPr/>
          <p:nvPr/>
        </p:nvSpPr>
        <p:spPr>
          <a:xfrm>
            <a:off x="400038" y="2850157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Canary Deployment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6A34A4D-7561-DA10-E748-B0C92D76FBDD}"/>
              </a:ext>
            </a:extLst>
          </p:cNvPr>
          <p:cNvSpPr/>
          <p:nvPr/>
        </p:nvSpPr>
        <p:spPr>
          <a:xfrm>
            <a:off x="3222828" y="3189323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E67FA0-FA5E-087B-13F6-730566070425}"/>
              </a:ext>
            </a:extLst>
          </p:cNvPr>
          <p:cNvSpPr/>
          <p:nvPr/>
        </p:nvSpPr>
        <p:spPr>
          <a:xfrm>
            <a:off x="4082022" y="977620"/>
            <a:ext cx="1719072" cy="481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= 86/100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3C1777-4308-6470-9A09-B1B2ABC84649}"/>
              </a:ext>
            </a:extLst>
          </p:cNvPr>
          <p:cNvSpPr/>
          <p:nvPr/>
        </p:nvSpPr>
        <p:spPr>
          <a:xfrm>
            <a:off x="400038" y="1845220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Deployment Strategy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904CA32-4D7D-A4F5-9AD6-C97F3E29AA39}"/>
              </a:ext>
            </a:extLst>
          </p:cNvPr>
          <p:cNvSpPr/>
          <p:nvPr/>
        </p:nvSpPr>
        <p:spPr>
          <a:xfrm>
            <a:off x="460899" y="2005006"/>
            <a:ext cx="488828" cy="5213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8680EC1-0D83-4B40-266C-C5ED36C944B1}"/>
              </a:ext>
            </a:extLst>
          </p:cNvPr>
          <p:cNvSpPr/>
          <p:nvPr/>
        </p:nvSpPr>
        <p:spPr>
          <a:xfrm>
            <a:off x="3286493" y="2174404"/>
            <a:ext cx="662103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5C6EA1-02E5-3B41-D976-97C286C30329}"/>
              </a:ext>
            </a:extLst>
          </p:cNvPr>
          <p:cNvSpPr/>
          <p:nvPr/>
        </p:nvSpPr>
        <p:spPr>
          <a:xfrm>
            <a:off x="3935914" y="2020733"/>
            <a:ext cx="2002339" cy="5491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CDCC90-A4A7-316C-A801-7487A396F814}"/>
              </a:ext>
            </a:extLst>
          </p:cNvPr>
          <p:cNvSpPr/>
          <p:nvPr/>
        </p:nvSpPr>
        <p:spPr>
          <a:xfrm>
            <a:off x="400038" y="864100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Risk Score Generated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32701-5D05-7FF7-1C61-1C99F68C9734}"/>
              </a:ext>
            </a:extLst>
          </p:cNvPr>
          <p:cNvSpPr/>
          <p:nvPr/>
        </p:nvSpPr>
        <p:spPr>
          <a:xfrm>
            <a:off x="400038" y="3832398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Prometheus monitors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7389CE9-CF00-47FF-A3E6-B8397177DD5C}"/>
              </a:ext>
            </a:extLst>
          </p:cNvPr>
          <p:cNvSpPr/>
          <p:nvPr/>
        </p:nvSpPr>
        <p:spPr>
          <a:xfrm>
            <a:off x="460899" y="991569"/>
            <a:ext cx="488828" cy="47595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692E322-E48D-3877-19B6-ED86B9E393C7}"/>
              </a:ext>
            </a:extLst>
          </p:cNvPr>
          <p:cNvSpPr/>
          <p:nvPr/>
        </p:nvSpPr>
        <p:spPr>
          <a:xfrm>
            <a:off x="460899" y="3953482"/>
            <a:ext cx="563130" cy="5543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A34015-CE84-1B59-FD5D-D06CE2E8DA37}"/>
              </a:ext>
            </a:extLst>
          </p:cNvPr>
          <p:cNvSpPr/>
          <p:nvPr/>
        </p:nvSpPr>
        <p:spPr>
          <a:xfrm>
            <a:off x="460899" y="3044729"/>
            <a:ext cx="507215" cy="5104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A779FD-D6BC-7FD6-63FA-98ED6A4D6908}"/>
              </a:ext>
            </a:extLst>
          </p:cNvPr>
          <p:cNvSpPr/>
          <p:nvPr/>
        </p:nvSpPr>
        <p:spPr>
          <a:xfrm>
            <a:off x="400038" y="4814639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Detected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A1676D6-C943-0098-56B6-5FCF90C6ABB2}"/>
              </a:ext>
            </a:extLst>
          </p:cNvPr>
          <p:cNvSpPr/>
          <p:nvPr/>
        </p:nvSpPr>
        <p:spPr>
          <a:xfrm>
            <a:off x="3384030" y="1179726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BC64EEC-20F2-DA0A-8353-90D723DC6057}"/>
              </a:ext>
            </a:extLst>
          </p:cNvPr>
          <p:cNvSpPr/>
          <p:nvPr/>
        </p:nvSpPr>
        <p:spPr>
          <a:xfrm>
            <a:off x="460900" y="4938018"/>
            <a:ext cx="581516" cy="589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75118A27-EA79-61CD-3147-031ABA3E2649}"/>
              </a:ext>
            </a:extLst>
          </p:cNvPr>
          <p:cNvSpPr/>
          <p:nvPr/>
        </p:nvSpPr>
        <p:spPr>
          <a:xfrm>
            <a:off x="3206406" y="4114827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A2DF740-A4DF-6CC6-794E-DC69037AE7BF}"/>
              </a:ext>
            </a:extLst>
          </p:cNvPr>
          <p:cNvSpPr/>
          <p:nvPr/>
        </p:nvSpPr>
        <p:spPr>
          <a:xfrm>
            <a:off x="3177792" y="5105533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9B0973A-6172-F8C8-E594-C25AE39CC897}"/>
              </a:ext>
            </a:extLst>
          </p:cNvPr>
          <p:cNvSpPr/>
          <p:nvPr/>
        </p:nvSpPr>
        <p:spPr>
          <a:xfrm>
            <a:off x="3948596" y="3006039"/>
            <a:ext cx="2460637" cy="5491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 = 90%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 = 10%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FE324CC-ECEF-F64C-8E18-A58605933795}"/>
              </a:ext>
            </a:extLst>
          </p:cNvPr>
          <p:cNvSpPr/>
          <p:nvPr/>
        </p:nvSpPr>
        <p:spPr>
          <a:xfrm>
            <a:off x="3920820" y="3953482"/>
            <a:ext cx="2314556" cy="6927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Rate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32E9B49-FCA2-EDCB-581B-A672352E4804}"/>
              </a:ext>
            </a:extLst>
          </p:cNvPr>
          <p:cNvSpPr/>
          <p:nvPr/>
        </p:nvSpPr>
        <p:spPr>
          <a:xfrm>
            <a:off x="3929963" y="4981007"/>
            <a:ext cx="2008289" cy="6474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Exceeded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8BCF56F-2CB7-1808-4993-A8EF65C73CB1}"/>
              </a:ext>
            </a:extLst>
          </p:cNvPr>
          <p:cNvCxnSpPr/>
          <p:nvPr/>
        </p:nvCxnSpPr>
        <p:spPr>
          <a:xfrm flipV="1">
            <a:off x="5656224" y="4023572"/>
            <a:ext cx="0" cy="18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451352-7771-9AF3-5E28-51CAE7D8A9A4}"/>
              </a:ext>
            </a:extLst>
          </p:cNvPr>
          <p:cNvCxnSpPr>
            <a:cxnSpLocks/>
          </p:cNvCxnSpPr>
          <p:nvPr/>
        </p:nvCxnSpPr>
        <p:spPr>
          <a:xfrm>
            <a:off x="5566740" y="4373398"/>
            <a:ext cx="0" cy="219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149B20D-FF2D-F7CB-C000-7ECD0CBC51CF}"/>
              </a:ext>
            </a:extLst>
          </p:cNvPr>
          <p:cNvSpPr/>
          <p:nvPr/>
        </p:nvSpPr>
        <p:spPr>
          <a:xfrm>
            <a:off x="10143744" y="1068902"/>
            <a:ext cx="1719072" cy="481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 stopped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9F96DE8-0447-F44A-573F-C2D8D39F5857}"/>
              </a:ext>
            </a:extLst>
          </p:cNvPr>
          <p:cNvSpPr/>
          <p:nvPr/>
        </p:nvSpPr>
        <p:spPr>
          <a:xfrm>
            <a:off x="6461760" y="1936502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Previous version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restored</a:t>
            </a:r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571D38A2-5775-B827-BCC1-B8076D69A585}"/>
              </a:ext>
            </a:extLst>
          </p:cNvPr>
          <p:cNvSpPr/>
          <p:nvPr/>
        </p:nvSpPr>
        <p:spPr>
          <a:xfrm>
            <a:off x="9348215" y="2265686"/>
            <a:ext cx="662103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EB3C59E-21DC-6FBB-1D60-E1DD189EB6B9}"/>
              </a:ext>
            </a:extLst>
          </p:cNvPr>
          <p:cNvSpPr/>
          <p:nvPr/>
        </p:nvSpPr>
        <p:spPr>
          <a:xfrm>
            <a:off x="10010318" y="2048594"/>
            <a:ext cx="1942620" cy="638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 restored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stable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15F6CA0-2D39-152F-FDF6-F4DF5302C929}"/>
              </a:ext>
            </a:extLst>
          </p:cNvPr>
          <p:cNvSpPr/>
          <p:nvPr/>
        </p:nvSpPr>
        <p:spPr>
          <a:xfrm>
            <a:off x="6461760" y="955382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Deployment stopped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9F1055C9-6987-4F2C-826A-F5DA7CBBCE70}"/>
              </a:ext>
            </a:extLst>
          </p:cNvPr>
          <p:cNvSpPr/>
          <p:nvPr/>
        </p:nvSpPr>
        <p:spPr>
          <a:xfrm>
            <a:off x="9445752" y="1271008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8C5C6B5-F547-3463-BC31-210AD9F26D92}"/>
              </a:ext>
            </a:extLst>
          </p:cNvPr>
          <p:cNvSpPr/>
          <p:nvPr/>
        </p:nvSpPr>
        <p:spPr>
          <a:xfrm>
            <a:off x="6508882" y="1069052"/>
            <a:ext cx="581516" cy="589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A373302-D5A1-3669-16B9-0D14577AC77B}"/>
              </a:ext>
            </a:extLst>
          </p:cNvPr>
          <p:cNvSpPr/>
          <p:nvPr/>
        </p:nvSpPr>
        <p:spPr>
          <a:xfrm>
            <a:off x="6544293" y="2073010"/>
            <a:ext cx="581516" cy="589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E6A80-D87B-E043-F0CF-F54708D2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1A8F06-2AB5-19A2-22F6-92709AAC3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10289-31C3-2141-F192-E7F6D282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B550-A5F7-4FB7-BFF9-40E2B4C39B92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9/23/2026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6A88E-600B-852E-4D3A-22DFE1AF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EDB0F-F64C-9C2A-8863-A16E4D50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C11DC0-E44A-4AFE-1796-A8725B5A1F6E}"/>
              </a:ext>
            </a:extLst>
          </p:cNvPr>
          <p:cNvSpPr/>
          <p:nvPr/>
        </p:nvSpPr>
        <p:spPr>
          <a:xfrm>
            <a:off x="2778492" y="2426786"/>
            <a:ext cx="6303999" cy="123081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724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947</Words>
  <Application>Microsoft Office PowerPoint</Application>
  <PresentationFormat>Widescreen</PresentationFormat>
  <Paragraphs>331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Hema Latha</cp:lastModifiedBy>
  <cp:revision>50</cp:revision>
  <dcterms:created xsi:type="dcterms:W3CDTF">2026-08-08T06:33:56Z</dcterms:created>
  <dcterms:modified xsi:type="dcterms:W3CDTF">2026-09-23T02:51:19Z</dcterms:modified>
</cp:coreProperties>
</file>